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89" r:id="rId3"/>
    <p:sldId id="298" r:id="rId4"/>
    <p:sldId id="299" r:id="rId5"/>
    <p:sldId id="287" r:id="rId6"/>
    <p:sldId id="286" r:id="rId7"/>
    <p:sldId id="300" r:id="rId8"/>
    <p:sldId id="301" r:id="rId9"/>
    <p:sldId id="296" r:id="rId10"/>
    <p:sldId id="297" r:id="rId11"/>
    <p:sldId id="293" r:id="rId12"/>
    <p:sldId id="294" r:id="rId13"/>
    <p:sldId id="295" r:id="rId14"/>
    <p:sldId id="259" r:id="rId15"/>
    <p:sldId id="261" r:id="rId16"/>
    <p:sldId id="290" r:id="rId17"/>
    <p:sldId id="257" r:id="rId18"/>
    <p:sldId id="258" r:id="rId19"/>
    <p:sldId id="284" r:id="rId20"/>
    <p:sldId id="288" r:id="rId21"/>
    <p:sldId id="291" r:id="rId22"/>
    <p:sldId id="262" r:id="rId23"/>
    <p:sldId id="263" r:id="rId24"/>
    <p:sldId id="264" r:id="rId25"/>
    <p:sldId id="265" r:id="rId26"/>
    <p:sldId id="266" r:id="rId27"/>
    <p:sldId id="267" r:id="rId28"/>
    <p:sldId id="283" r:id="rId29"/>
    <p:sldId id="292" r:id="rId30"/>
    <p:sldId id="272" r:id="rId31"/>
    <p:sldId id="274" r:id="rId32"/>
    <p:sldId id="285" r:id="rId33"/>
    <p:sldId id="277" r:id="rId34"/>
    <p:sldId id="279" r:id="rId35"/>
    <p:sldId id="278" r:id="rId36"/>
    <p:sldId id="280" r:id="rId37"/>
    <p:sldId id="282" r:id="rId38"/>
    <p:sldId id="260" r:id="rId39"/>
    <p:sldId id="281"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4F1F9"/>
    <a:srgbClr val="F2D16B"/>
    <a:srgbClr val="C2B2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77" autoAdjust="0"/>
    <p:restoredTop sz="94660"/>
  </p:normalViewPr>
  <p:slideViewPr>
    <p:cSldViewPr snapToGrid="0">
      <p:cViewPr varScale="1">
        <p:scale>
          <a:sx n="99" d="100"/>
          <a:sy n="99" d="100"/>
        </p:scale>
        <p:origin x="10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E60653-3E62-4937-9D85-8E5A0B698F90}"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18BBFF5B-46DA-493B-B245-1C9A8C7C75C0}">
      <dgm:prSet/>
      <dgm:spPr/>
      <dgm:t>
        <a:bodyPr/>
        <a:lstStyle/>
        <a:p>
          <a:r>
            <a:rPr lang="en-US" baseline="0" dirty="0"/>
            <a:t>Go to each element</a:t>
          </a:r>
          <a:endParaRPr lang="en-US" dirty="0"/>
        </a:p>
      </dgm:t>
    </dgm:pt>
    <dgm:pt modelId="{D6735635-63B8-437A-B643-477202BF859F}" type="parTrans" cxnId="{03953F68-284B-4044-B0BA-19FE60072AC9}">
      <dgm:prSet/>
      <dgm:spPr/>
      <dgm:t>
        <a:bodyPr/>
        <a:lstStyle/>
        <a:p>
          <a:endParaRPr lang="en-US"/>
        </a:p>
      </dgm:t>
    </dgm:pt>
    <dgm:pt modelId="{CFAC4C23-6D8F-487D-A88E-402A03053DE0}" type="sibTrans" cxnId="{03953F68-284B-4044-B0BA-19FE60072AC9}">
      <dgm:prSet/>
      <dgm:spPr/>
      <dgm:t>
        <a:bodyPr/>
        <a:lstStyle/>
        <a:p>
          <a:endParaRPr lang="en-US"/>
        </a:p>
      </dgm:t>
    </dgm:pt>
    <dgm:pt modelId="{E9338F90-D27F-4D3C-A89C-F603D16B9678}">
      <dgm:prSet/>
      <dgm:spPr/>
      <dgm:t>
        <a:bodyPr/>
        <a:lstStyle/>
        <a:p>
          <a:r>
            <a:rPr lang="en-US" baseline="0" dirty="0"/>
            <a:t>Keep moving that element left until:</a:t>
          </a:r>
          <a:endParaRPr lang="en-US" dirty="0"/>
        </a:p>
      </dgm:t>
    </dgm:pt>
    <dgm:pt modelId="{E7350416-EEAE-4EA4-BD18-B20519166F0E}" type="parTrans" cxnId="{00F56295-3CDB-441B-B380-1B08DB5ED715}">
      <dgm:prSet/>
      <dgm:spPr/>
      <dgm:t>
        <a:bodyPr/>
        <a:lstStyle/>
        <a:p>
          <a:endParaRPr lang="en-US"/>
        </a:p>
      </dgm:t>
    </dgm:pt>
    <dgm:pt modelId="{771A8466-3533-4F80-AB46-88F9FDEC0DB5}" type="sibTrans" cxnId="{00F56295-3CDB-441B-B380-1B08DB5ED715}">
      <dgm:prSet/>
      <dgm:spPr/>
      <dgm:t>
        <a:bodyPr/>
        <a:lstStyle/>
        <a:p>
          <a:endParaRPr lang="en-US"/>
        </a:p>
      </dgm:t>
    </dgm:pt>
    <dgm:pt modelId="{F2C40325-5D8D-4679-91CB-1500CB60A35B}">
      <dgm:prSet/>
      <dgm:spPr/>
      <dgm:t>
        <a:bodyPr/>
        <a:lstStyle/>
        <a:p>
          <a:r>
            <a:rPr lang="en-US" dirty="0"/>
            <a:t>Element is all the way left </a:t>
          </a:r>
          <a:r>
            <a:rPr lang="en-US" b="1" i="1" dirty="0"/>
            <a:t>or</a:t>
          </a:r>
        </a:p>
      </dgm:t>
    </dgm:pt>
    <dgm:pt modelId="{3B0BECD5-6470-4CBE-A805-28F5CD0FF9CB}" type="parTrans" cxnId="{49BD357B-837B-45EB-8083-1138EFEBB771}">
      <dgm:prSet/>
      <dgm:spPr/>
      <dgm:t>
        <a:bodyPr/>
        <a:lstStyle/>
        <a:p>
          <a:endParaRPr lang="en-US"/>
        </a:p>
      </dgm:t>
    </dgm:pt>
    <dgm:pt modelId="{0B40C3C6-D18E-47DE-A89B-85D19E88AFA8}" type="sibTrans" cxnId="{49BD357B-837B-45EB-8083-1138EFEBB771}">
      <dgm:prSet/>
      <dgm:spPr/>
      <dgm:t>
        <a:bodyPr/>
        <a:lstStyle/>
        <a:p>
          <a:endParaRPr lang="en-US"/>
        </a:p>
      </dgm:t>
    </dgm:pt>
    <dgm:pt modelId="{55A0F858-5BA0-4A54-9411-F82B47AD1994}">
      <dgm:prSet/>
      <dgm:spPr/>
      <dgm:t>
        <a:bodyPr/>
        <a:lstStyle/>
        <a:p>
          <a:r>
            <a:rPr lang="en-US" dirty="0"/>
            <a:t>Element to the left is smaller</a:t>
          </a:r>
        </a:p>
      </dgm:t>
    </dgm:pt>
    <dgm:pt modelId="{EF7C69FF-56D0-410C-9C96-98D6C402004A}" type="parTrans" cxnId="{2DA3A8F7-56DA-469D-9514-C6D4023B4AEF}">
      <dgm:prSet/>
      <dgm:spPr/>
      <dgm:t>
        <a:bodyPr/>
        <a:lstStyle/>
        <a:p>
          <a:endParaRPr lang="en-US"/>
        </a:p>
      </dgm:t>
    </dgm:pt>
    <dgm:pt modelId="{9957DE6F-C05B-437B-836B-448180717C1D}" type="sibTrans" cxnId="{2DA3A8F7-56DA-469D-9514-C6D4023B4AEF}">
      <dgm:prSet/>
      <dgm:spPr/>
      <dgm:t>
        <a:bodyPr/>
        <a:lstStyle/>
        <a:p>
          <a:endParaRPr lang="en-US"/>
        </a:p>
      </dgm:t>
    </dgm:pt>
    <dgm:pt modelId="{F0C29C60-96F0-4473-9128-EBE13D4C773A}" type="pres">
      <dgm:prSet presAssocID="{26E60653-3E62-4937-9D85-8E5A0B698F90}" presName="Name0" presStyleCnt="0">
        <dgm:presLayoutVars>
          <dgm:dir/>
          <dgm:animLvl val="lvl"/>
          <dgm:resizeHandles val="exact"/>
        </dgm:presLayoutVars>
      </dgm:prSet>
      <dgm:spPr/>
    </dgm:pt>
    <dgm:pt modelId="{81362E02-D047-4580-ADFF-BDEF78442421}" type="pres">
      <dgm:prSet presAssocID="{18BBFF5B-46DA-493B-B245-1C9A8C7C75C0}" presName="linNode" presStyleCnt="0"/>
      <dgm:spPr/>
    </dgm:pt>
    <dgm:pt modelId="{3C01D0B9-E63A-4F1C-BF8B-9EB2B52DD6F4}" type="pres">
      <dgm:prSet presAssocID="{18BBFF5B-46DA-493B-B245-1C9A8C7C75C0}" presName="parentText" presStyleLbl="node1" presStyleIdx="0" presStyleCnt="2">
        <dgm:presLayoutVars>
          <dgm:chMax val="1"/>
          <dgm:bulletEnabled val="1"/>
        </dgm:presLayoutVars>
      </dgm:prSet>
      <dgm:spPr/>
    </dgm:pt>
    <dgm:pt modelId="{F12A63FB-7278-426B-B67E-9A8CC0859434}" type="pres">
      <dgm:prSet presAssocID="{CFAC4C23-6D8F-487D-A88E-402A03053DE0}" presName="sp" presStyleCnt="0"/>
      <dgm:spPr/>
    </dgm:pt>
    <dgm:pt modelId="{E2FA0618-9BC3-477F-B5E4-D557318CBFC8}" type="pres">
      <dgm:prSet presAssocID="{E9338F90-D27F-4D3C-A89C-F603D16B9678}" presName="linNode" presStyleCnt="0"/>
      <dgm:spPr/>
    </dgm:pt>
    <dgm:pt modelId="{BA4EA8E8-2673-4492-99C5-485DBA113B9F}" type="pres">
      <dgm:prSet presAssocID="{E9338F90-D27F-4D3C-A89C-F603D16B9678}" presName="parentText" presStyleLbl="node1" presStyleIdx="1" presStyleCnt="2">
        <dgm:presLayoutVars>
          <dgm:chMax val="1"/>
          <dgm:bulletEnabled val="1"/>
        </dgm:presLayoutVars>
      </dgm:prSet>
      <dgm:spPr/>
    </dgm:pt>
    <dgm:pt modelId="{A2BE30C8-D45E-4F0F-868C-BC5F972FE82E}" type="pres">
      <dgm:prSet presAssocID="{E9338F90-D27F-4D3C-A89C-F603D16B9678}" presName="descendantText" presStyleLbl="alignAccFollowNode1" presStyleIdx="0" presStyleCnt="1">
        <dgm:presLayoutVars>
          <dgm:bulletEnabled val="1"/>
        </dgm:presLayoutVars>
      </dgm:prSet>
      <dgm:spPr/>
    </dgm:pt>
  </dgm:ptLst>
  <dgm:cxnLst>
    <dgm:cxn modelId="{07EFC405-89A2-4F53-9F67-FACE95EEC813}" type="presOf" srcId="{E9338F90-D27F-4D3C-A89C-F603D16B9678}" destId="{BA4EA8E8-2673-4492-99C5-485DBA113B9F}" srcOrd="0" destOrd="0" presId="urn:microsoft.com/office/officeart/2005/8/layout/vList5"/>
    <dgm:cxn modelId="{51E08D07-5EC5-477C-BD3A-8371C08268C6}" type="presOf" srcId="{55A0F858-5BA0-4A54-9411-F82B47AD1994}" destId="{A2BE30C8-D45E-4F0F-868C-BC5F972FE82E}" srcOrd="0" destOrd="1" presId="urn:microsoft.com/office/officeart/2005/8/layout/vList5"/>
    <dgm:cxn modelId="{8BED8463-69F7-46BC-B93C-497A2AEA92C3}" type="presOf" srcId="{26E60653-3E62-4937-9D85-8E5A0B698F90}" destId="{F0C29C60-96F0-4473-9128-EBE13D4C773A}" srcOrd="0" destOrd="0" presId="urn:microsoft.com/office/officeart/2005/8/layout/vList5"/>
    <dgm:cxn modelId="{03953F68-284B-4044-B0BA-19FE60072AC9}" srcId="{26E60653-3E62-4937-9D85-8E5A0B698F90}" destId="{18BBFF5B-46DA-493B-B245-1C9A8C7C75C0}" srcOrd="0" destOrd="0" parTransId="{D6735635-63B8-437A-B643-477202BF859F}" sibTransId="{CFAC4C23-6D8F-487D-A88E-402A03053DE0}"/>
    <dgm:cxn modelId="{04051B70-076A-4538-A6C9-D962EB7199E2}" type="presOf" srcId="{18BBFF5B-46DA-493B-B245-1C9A8C7C75C0}" destId="{3C01D0B9-E63A-4F1C-BF8B-9EB2B52DD6F4}" srcOrd="0" destOrd="0" presId="urn:microsoft.com/office/officeart/2005/8/layout/vList5"/>
    <dgm:cxn modelId="{EA915C56-0457-4786-BB04-D106E0B1A907}" type="presOf" srcId="{F2C40325-5D8D-4679-91CB-1500CB60A35B}" destId="{A2BE30C8-D45E-4F0F-868C-BC5F972FE82E}" srcOrd="0" destOrd="0" presId="urn:microsoft.com/office/officeart/2005/8/layout/vList5"/>
    <dgm:cxn modelId="{49BD357B-837B-45EB-8083-1138EFEBB771}" srcId="{E9338F90-D27F-4D3C-A89C-F603D16B9678}" destId="{F2C40325-5D8D-4679-91CB-1500CB60A35B}" srcOrd="0" destOrd="0" parTransId="{3B0BECD5-6470-4CBE-A805-28F5CD0FF9CB}" sibTransId="{0B40C3C6-D18E-47DE-A89B-85D19E88AFA8}"/>
    <dgm:cxn modelId="{00F56295-3CDB-441B-B380-1B08DB5ED715}" srcId="{26E60653-3E62-4937-9D85-8E5A0B698F90}" destId="{E9338F90-D27F-4D3C-A89C-F603D16B9678}" srcOrd="1" destOrd="0" parTransId="{E7350416-EEAE-4EA4-BD18-B20519166F0E}" sibTransId="{771A8466-3533-4F80-AB46-88F9FDEC0DB5}"/>
    <dgm:cxn modelId="{2DA3A8F7-56DA-469D-9514-C6D4023B4AEF}" srcId="{E9338F90-D27F-4D3C-A89C-F603D16B9678}" destId="{55A0F858-5BA0-4A54-9411-F82B47AD1994}" srcOrd="1" destOrd="0" parTransId="{EF7C69FF-56D0-410C-9C96-98D6C402004A}" sibTransId="{9957DE6F-C05B-437B-836B-448180717C1D}"/>
    <dgm:cxn modelId="{29CEEEDC-9EBF-4F36-AAD0-56D57F5252FB}" type="presParOf" srcId="{F0C29C60-96F0-4473-9128-EBE13D4C773A}" destId="{81362E02-D047-4580-ADFF-BDEF78442421}" srcOrd="0" destOrd="0" presId="urn:microsoft.com/office/officeart/2005/8/layout/vList5"/>
    <dgm:cxn modelId="{78633F10-2AB3-4311-AEB3-09E2BDDA72ED}" type="presParOf" srcId="{81362E02-D047-4580-ADFF-BDEF78442421}" destId="{3C01D0B9-E63A-4F1C-BF8B-9EB2B52DD6F4}" srcOrd="0" destOrd="0" presId="urn:microsoft.com/office/officeart/2005/8/layout/vList5"/>
    <dgm:cxn modelId="{89EFD846-A60C-46F4-877A-6CAC2F5F256B}" type="presParOf" srcId="{F0C29C60-96F0-4473-9128-EBE13D4C773A}" destId="{F12A63FB-7278-426B-B67E-9A8CC0859434}" srcOrd="1" destOrd="0" presId="urn:microsoft.com/office/officeart/2005/8/layout/vList5"/>
    <dgm:cxn modelId="{9DA94811-87EC-4652-ACD9-759C41DE674B}" type="presParOf" srcId="{F0C29C60-96F0-4473-9128-EBE13D4C773A}" destId="{E2FA0618-9BC3-477F-B5E4-D557318CBFC8}" srcOrd="2" destOrd="0" presId="urn:microsoft.com/office/officeart/2005/8/layout/vList5"/>
    <dgm:cxn modelId="{82309308-5EB8-47F5-A4DE-DFD6F17C1EE8}" type="presParOf" srcId="{E2FA0618-9BC3-477F-B5E4-D557318CBFC8}" destId="{BA4EA8E8-2673-4492-99C5-485DBA113B9F}" srcOrd="0" destOrd="0" presId="urn:microsoft.com/office/officeart/2005/8/layout/vList5"/>
    <dgm:cxn modelId="{9AACE640-8669-4D0C-A779-C4ED1886ADA9}" type="presParOf" srcId="{E2FA0618-9BC3-477F-B5E4-D557318CBFC8}" destId="{A2BE30C8-D45E-4F0F-868C-BC5F972FE82E}"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7C165B6-47C1-40ED-879D-EC6FE8B19782}"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707E93AB-A17A-4C26-BBE1-EF31A60CA31D}">
      <dgm:prSet/>
      <dgm:spPr/>
      <dgm:t>
        <a:bodyPr/>
        <a:lstStyle/>
        <a:p>
          <a:r>
            <a:rPr lang="en-US"/>
            <a:t>Informal</a:t>
          </a:r>
        </a:p>
      </dgm:t>
    </dgm:pt>
    <dgm:pt modelId="{054FDAF3-E51E-4DFE-98C9-667704FA7FE4}" type="parTrans" cxnId="{BD5E364D-123C-49BD-A330-064E66FA0D8C}">
      <dgm:prSet/>
      <dgm:spPr/>
      <dgm:t>
        <a:bodyPr/>
        <a:lstStyle/>
        <a:p>
          <a:endParaRPr lang="en-US"/>
        </a:p>
      </dgm:t>
    </dgm:pt>
    <dgm:pt modelId="{59F0FA49-9305-44FB-88E4-265DB65736DD}" type="sibTrans" cxnId="{BD5E364D-123C-49BD-A330-064E66FA0D8C}">
      <dgm:prSet/>
      <dgm:spPr/>
      <dgm:t>
        <a:bodyPr/>
        <a:lstStyle/>
        <a:p>
          <a:endParaRPr lang="en-US"/>
        </a:p>
      </dgm:t>
    </dgm:pt>
    <dgm:pt modelId="{2D8F0E51-872F-4E73-B1AE-50325BEAE23F}">
      <dgm:prSet/>
      <dgm:spPr/>
      <dgm:t>
        <a:bodyPr/>
        <a:lstStyle/>
        <a:p>
          <a:r>
            <a:rPr lang="en-US"/>
            <a:t>Distracting</a:t>
          </a:r>
        </a:p>
      </dgm:t>
    </dgm:pt>
    <dgm:pt modelId="{35DD1A7C-5525-4880-9BCD-162479DAA7C1}" type="parTrans" cxnId="{4A6D2D20-0893-44CC-82FD-F59E569A90BE}">
      <dgm:prSet/>
      <dgm:spPr/>
      <dgm:t>
        <a:bodyPr/>
        <a:lstStyle/>
        <a:p>
          <a:endParaRPr lang="en-US"/>
        </a:p>
      </dgm:t>
    </dgm:pt>
    <dgm:pt modelId="{5B1C5796-DDBA-40D4-B072-A52E00293F18}" type="sibTrans" cxnId="{4A6D2D20-0893-44CC-82FD-F59E569A90BE}">
      <dgm:prSet/>
      <dgm:spPr/>
      <dgm:t>
        <a:bodyPr/>
        <a:lstStyle/>
        <a:p>
          <a:endParaRPr lang="en-US"/>
        </a:p>
      </dgm:t>
    </dgm:pt>
    <dgm:pt modelId="{A18BC634-74FC-4211-8188-694A04F53405}" type="pres">
      <dgm:prSet presAssocID="{57C165B6-47C1-40ED-879D-EC6FE8B19782}" presName="diagram" presStyleCnt="0">
        <dgm:presLayoutVars>
          <dgm:dir/>
          <dgm:resizeHandles val="exact"/>
        </dgm:presLayoutVars>
      </dgm:prSet>
      <dgm:spPr/>
    </dgm:pt>
    <dgm:pt modelId="{B6896343-1E81-465A-A23E-8BED8A2C2E9C}" type="pres">
      <dgm:prSet presAssocID="{707E93AB-A17A-4C26-BBE1-EF31A60CA31D}" presName="node" presStyleLbl="node1" presStyleIdx="0" presStyleCnt="2">
        <dgm:presLayoutVars>
          <dgm:bulletEnabled val="1"/>
        </dgm:presLayoutVars>
      </dgm:prSet>
      <dgm:spPr/>
    </dgm:pt>
    <dgm:pt modelId="{5E7D0EBC-51C8-499A-840D-0B158CE4C73A}" type="pres">
      <dgm:prSet presAssocID="{59F0FA49-9305-44FB-88E4-265DB65736DD}" presName="sibTrans" presStyleCnt="0"/>
      <dgm:spPr/>
    </dgm:pt>
    <dgm:pt modelId="{A8DC7447-7AB4-4A1A-9A2F-AE102890FBFC}" type="pres">
      <dgm:prSet presAssocID="{2D8F0E51-872F-4E73-B1AE-50325BEAE23F}" presName="node" presStyleLbl="node1" presStyleIdx="1" presStyleCnt="2">
        <dgm:presLayoutVars>
          <dgm:bulletEnabled val="1"/>
        </dgm:presLayoutVars>
      </dgm:prSet>
      <dgm:spPr/>
    </dgm:pt>
  </dgm:ptLst>
  <dgm:cxnLst>
    <dgm:cxn modelId="{4A6D2D20-0893-44CC-82FD-F59E569A90BE}" srcId="{57C165B6-47C1-40ED-879D-EC6FE8B19782}" destId="{2D8F0E51-872F-4E73-B1AE-50325BEAE23F}" srcOrd="1" destOrd="0" parTransId="{35DD1A7C-5525-4880-9BCD-162479DAA7C1}" sibTransId="{5B1C5796-DDBA-40D4-B072-A52E00293F18}"/>
    <dgm:cxn modelId="{BD5E364D-123C-49BD-A330-064E66FA0D8C}" srcId="{57C165B6-47C1-40ED-879D-EC6FE8B19782}" destId="{707E93AB-A17A-4C26-BBE1-EF31A60CA31D}" srcOrd="0" destOrd="0" parTransId="{054FDAF3-E51E-4DFE-98C9-667704FA7FE4}" sibTransId="{59F0FA49-9305-44FB-88E4-265DB65736DD}"/>
    <dgm:cxn modelId="{0A5247AA-6497-4683-BEEB-D8879162BB39}" type="presOf" srcId="{57C165B6-47C1-40ED-879D-EC6FE8B19782}" destId="{A18BC634-74FC-4211-8188-694A04F53405}" srcOrd="0" destOrd="0" presId="urn:microsoft.com/office/officeart/2005/8/layout/default"/>
    <dgm:cxn modelId="{0C7A62BA-3D81-47C2-B7A4-B02DCEBAA9E4}" type="presOf" srcId="{707E93AB-A17A-4C26-BBE1-EF31A60CA31D}" destId="{B6896343-1E81-465A-A23E-8BED8A2C2E9C}" srcOrd="0" destOrd="0" presId="urn:microsoft.com/office/officeart/2005/8/layout/default"/>
    <dgm:cxn modelId="{02EE30E2-4CB6-4813-9C38-78444EEF7D8C}" type="presOf" srcId="{2D8F0E51-872F-4E73-B1AE-50325BEAE23F}" destId="{A8DC7447-7AB4-4A1A-9A2F-AE102890FBFC}" srcOrd="0" destOrd="0" presId="urn:microsoft.com/office/officeart/2005/8/layout/default"/>
    <dgm:cxn modelId="{57675944-4766-4B12-BD79-8F5BB59288D7}" type="presParOf" srcId="{A18BC634-74FC-4211-8188-694A04F53405}" destId="{B6896343-1E81-465A-A23E-8BED8A2C2E9C}" srcOrd="0" destOrd="0" presId="urn:microsoft.com/office/officeart/2005/8/layout/default"/>
    <dgm:cxn modelId="{838DE2FC-CA59-48F8-AC42-6A8E186E549A}" type="presParOf" srcId="{A18BC634-74FC-4211-8188-694A04F53405}" destId="{5E7D0EBC-51C8-499A-840D-0B158CE4C73A}" srcOrd="1" destOrd="0" presId="urn:microsoft.com/office/officeart/2005/8/layout/default"/>
    <dgm:cxn modelId="{0B4DCAD1-0812-4192-950D-124171B5FC6C}" type="presParOf" srcId="{A18BC634-74FC-4211-8188-694A04F53405}" destId="{A8DC7447-7AB4-4A1A-9A2F-AE102890FBFC}"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EC4DF3F-AD94-4843-B79E-BC53F7AA1923}"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943C7844-2F12-4925-BA29-4ED38A480DCE}">
      <dgm:prSet/>
      <dgm:spPr/>
      <dgm:t>
        <a:bodyPr/>
        <a:lstStyle/>
        <a:p>
          <a:r>
            <a:rPr lang="en-US"/>
            <a:t>4 Minutes at most.</a:t>
          </a:r>
        </a:p>
      </dgm:t>
    </dgm:pt>
    <dgm:pt modelId="{77295392-277A-49C2-B59C-858811FE6623}" type="parTrans" cxnId="{50F06A2E-1ACB-4B3E-8CA9-565C62FC054F}">
      <dgm:prSet/>
      <dgm:spPr/>
      <dgm:t>
        <a:bodyPr/>
        <a:lstStyle/>
        <a:p>
          <a:endParaRPr lang="en-US"/>
        </a:p>
      </dgm:t>
    </dgm:pt>
    <dgm:pt modelId="{C9BCF0BA-B0CB-4064-B288-0BDE051AE8FB}" type="sibTrans" cxnId="{50F06A2E-1ACB-4B3E-8CA9-565C62FC054F}">
      <dgm:prSet/>
      <dgm:spPr/>
      <dgm:t>
        <a:bodyPr/>
        <a:lstStyle/>
        <a:p>
          <a:endParaRPr lang="en-US"/>
        </a:p>
      </dgm:t>
    </dgm:pt>
    <dgm:pt modelId="{C4D73E82-5390-450E-9E91-E6E17A7C2AFE}">
      <dgm:prSet/>
      <dgm:spPr/>
      <dgm:t>
        <a:bodyPr/>
        <a:lstStyle/>
        <a:p>
          <a:r>
            <a:rPr lang="en-US"/>
            <a:t>You’re not talking that long.</a:t>
          </a:r>
        </a:p>
      </dgm:t>
    </dgm:pt>
    <dgm:pt modelId="{C94074A0-4F87-4054-B75F-E6993E4096C2}" type="parTrans" cxnId="{A8748AC1-DECE-4A73-9F4F-82CA5D8AE521}">
      <dgm:prSet/>
      <dgm:spPr/>
      <dgm:t>
        <a:bodyPr/>
        <a:lstStyle/>
        <a:p>
          <a:endParaRPr lang="en-US"/>
        </a:p>
      </dgm:t>
    </dgm:pt>
    <dgm:pt modelId="{1A812DC9-1DB1-4C39-A74B-045C7A4E1B96}" type="sibTrans" cxnId="{A8748AC1-DECE-4A73-9F4F-82CA5D8AE521}">
      <dgm:prSet/>
      <dgm:spPr/>
      <dgm:t>
        <a:bodyPr/>
        <a:lstStyle/>
        <a:p>
          <a:endParaRPr lang="en-US"/>
        </a:p>
      </dgm:t>
    </dgm:pt>
    <dgm:pt modelId="{CE413404-7222-4136-8564-6FA2921F5E67}">
      <dgm:prSet/>
      <dgm:spPr/>
      <dgm:t>
        <a:bodyPr/>
        <a:lstStyle/>
        <a:p>
          <a:r>
            <a:rPr lang="en-US"/>
            <a:t>Mainly your words, not a video’s words.</a:t>
          </a:r>
        </a:p>
      </dgm:t>
    </dgm:pt>
    <dgm:pt modelId="{21626143-F855-4CFB-8185-B0859A2AC77A}" type="parTrans" cxnId="{9517C547-A321-446A-B91B-F832B1F296E6}">
      <dgm:prSet/>
      <dgm:spPr/>
      <dgm:t>
        <a:bodyPr/>
        <a:lstStyle/>
        <a:p>
          <a:endParaRPr lang="en-US"/>
        </a:p>
      </dgm:t>
    </dgm:pt>
    <dgm:pt modelId="{82730298-A73F-48A2-91C9-7B256B44F513}" type="sibTrans" cxnId="{9517C547-A321-446A-B91B-F832B1F296E6}">
      <dgm:prSet/>
      <dgm:spPr/>
      <dgm:t>
        <a:bodyPr/>
        <a:lstStyle/>
        <a:p>
          <a:endParaRPr lang="en-US"/>
        </a:p>
      </dgm:t>
    </dgm:pt>
    <dgm:pt modelId="{3291863C-456D-4118-9CC0-31F44ED9B858}" type="pres">
      <dgm:prSet presAssocID="{0EC4DF3F-AD94-4843-B79E-BC53F7AA1923}" presName="diagram" presStyleCnt="0">
        <dgm:presLayoutVars>
          <dgm:dir/>
          <dgm:resizeHandles val="exact"/>
        </dgm:presLayoutVars>
      </dgm:prSet>
      <dgm:spPr/>
    </dgm:pt>
    <dgm:pt modelId="{5F888291-EDCC-41EB-B308-FC85A84D8998}" type="pres">
      <dgm:prSet presAssocID="{943C7844-2F12-4925-BA29-4ED38A480DCE}" presName="node" presStyleLbl="node1" presStyleIdx="0" presStyleCnt="3">
        <dgm:presLayoutVars>
          <dgm:bulletEnabled val="1"/>
        </dgm:presLayoutVars>
      </dgm:prSet>
      <dgm:spPr/>
    </dgm:pt>
    <dgm:pt modelId="{31A9C4C2-B9FC-410D-ABEC-B4A4B2824B24}" type="pres">
      <dgm:prSet presAssocID="{C9BCF0BA-B0CB-4064-B288-0BDE051AE8FB}" presName="sibTrans" presStyleCnt="0"/>
      <dgm:spPr/>
    </dgm:pt>
    <dgm:pt modelId="{ED9A1C78-B8D3-4737-B874-0AEB1839C131}" type="pres">
      <dgm:prSet presAssocID="{C4D73E82-5390-450E-9E91-E6E17A7C2AFE}" presName="node" presStyleLbl="node1" presStyleIdx="1" presStyleCnt="3">
        <dgm:presLayoutVars>
          <dgm:bulletEnabled val="1"/>
        </dgm:presLayoutVars>
      </dgm:prSet>
      <dgm:spPr/>
    </dgm:pt>
    <dgm:pt modelId="{9A13D61A-C460-47A4-A38E-4293575B98A7}" type="pres">
      <dgm:prSet presAssocID="{1A812DC9-1DB1-4C39-A74B-045C7A4E1B96}" presName="sibTrans" presStyleCnt="0"/>
      <dgm:spPr/>
    </dgm:pt>
    <dgm:pt modelId="{69E7E2E2-9932-4CA9-8D28-1753ABF02BCB}" type="pres">
      <dgm:prSet presAssocID="{CE413404-7222-4136-8564-6FA2921F5E67}" presName="node" presStyleLbl="node1" presStyleIdx="2" presStyleCnt="3">
        <dgm:presLayoutVars>
          <dgm:bulletEnabled val="1"/>
        </dgm:presLayoutVars>
      </dgm:prSet>
      <dgm:spPr/>
    </dgm:pt>
  </dgm:ptLst>
  <dgm:cxnLst>
    <dgm:cxn modelId="{D02C9D14-AFD2-4BE2-B34E-D37DCF9275C3}" type="presOf" srcId="{C4D73E82-5390-450E-9E91-E6E17A7C2AFE}" destId="{ED9A1C78-B8D3-4737-B874-0AEB1839C131}" srcOrd="0" destOrd="0" presId="urn:microsoft.com/office/officeart/2005/8/layout/default"/>
    <dgm:cxn modelId="{50F06A2E-1ACB-4B3E-8CA9-565C62FC054F}" srcId="{0EC4DF3F-AD94-4843-B79E-BC53F7AA1923}" destId="{943C7844-2F12-4925-BA29-4ED38A480DCE}" srcOrd="0" destOrd="0" parTransId="{77295392-277A-49C2-B59C-858811FE6623}" sibTransId="{C9BCF0BA-B0CB-4064-B288-0BDE051AE8FB}"/>
    <dgm:cxn modelId="{CF63CF33-CC33-4D10-9E1F-69D226D98665}" type="presOf" srcId="{943C7844-2F12-4925-BA29-4ED38A480DCE}" destId="{5F888291-EDCC-41EB-B308-FC85A84D8998}" srcOrd="0" destOrd="0" presId="urn:microsoft.com/office/officeart/2005/8/layout/default"/>
    <dgm:cxn modelId="{9517C547-A321-446A-B91B-F832B1F296E6}" srcId="{0EC4DF3F-AD94-4843-B79E-BC53F7AA1923}" destId="{CE413404-7222-4136-8564-6FA2921F5E67}" srcOrd="2" destOrd="0" parTransId="{21626143-F855-4CFB-8185-B0859A2AC77A}" sibTransId="{82730298-A73F-48A2-91C9-7B256B44F513}"/>
    <dgm:cxn modelId="{7C0F2169-4859-49B9-A79A-4F71B4284133}" type="presOf" srcId="{0EC4DF3F-AD94-4843-B79E-BC53F7AA1923}" destId="{3291863C-456D-4118-9CC0-31F44ED9B858}" srcOrd="0" destOrd="0" presId="urn:microsoft.com/office/officeart/2005/8/layout/default"/>
    <dgm:cxn modelId="{C821BC7B-4A90-456B-A4C6-75D09349E280}" type="presOf" srcId="{CE413404-7222-4136-8564-6FA2921F5E67}" destId="{69E7E2E2-9932-4CA9-8D28-1753ABF02BCB}" srcOrd="0" destOrd="0" presId="urn:microsoft.com/office/officeart/2005/8/layout/default"/>
    <dgm:cxn modelId="{A8748AC1-DECE-4A73-9F4F-82CA5D8AE521}" srcId="{0EC4DF3F-AD94-4843-B79E-BC53F7AA1923}" destId="{C4D73E82-5390-450E-9E91-E6E17A7C2AFE}" srcOrd="1" destOrd="0" parTransId="{C94074A0-4F87-4054-B75F-E6993E4096C2}" sibTransId="{1A812DC9-1DB1-4C39-A74B-045C7A4E1B96}"/>
    <dgm:cxn modelId="{F7740936-95D3-48E3-BAE9-369128A681E5}" type="presParOf" srcId="{3291863C-456D-4118-9CC0-31F44ED9B858}" destId="{5F888291-EDCC-41EB-B308-FC85A84D8998}" srcOrd="0" destOrd="0" presId="urn:microsoft.com/office/officeart/2005/8/layout/default"/>
    <dgm:cxn modelId="{D517CE23-2CBA-4D1E-9A65-D8377FF57A06}" type="presParOf" srcId="{3291863C-456D-4118-9CC0-31F44ED9B858}" destId="{31A9C4C2-B9FC-410D-ABEC-B4A4B2824B24}" srcOrd="1" destOrd="0" presId="urn:microsoft.com/office/officeart/2005/8/layout/default"/>
    <dgm:cxn modelId="{386C1C61-B83F-42B5-82D9-F623E669427C}" type="presParOf" srcId="{3291863C-456D-4118-9CC0-31F44ED9B858}" destId="{ED9A1C78-B8D3-4737-B874-0AEB1839C131}" srcOrd="2" destOrd="0" presId="urn:microsoft.com/office/officeart/2005/8/layout/default"/>
    <dgm:cxn modelId="{E4C5B222-CA61-4046-A0DC-5FFD7A6EBC62}" type="presParOf" srcId="{3291863C-456D-4118-9CC0-31F44ED9B858}" destId="{9A13D61A-C460-47A4-A38E-4293575B98A7}" srcOrd="3" destOrd="0" presId="urn:microsoft.com/office/officeart/2005/8/layout/default"/>
    <dgm:cxn modelId="{DB915B50-A2DF-47C8-8BF5-7BF647D93023}" type="presParOf" srcId="{3291863C-456D-4118-9CC0-31F44ED9B858}" destId="{69E7E2E2-9932-4CA9-8D28-1753ABF02BCB}"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3FBACA9-8EF2-4A67-BBB8-0415A37B30E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E8BD86DC-1DD6-4C0F-B67F-F1108A7CAFAD}">
      <dgm:prSet/>
      <dgm:spPr/>
      <dgm:t>
        <a:bodyPr/>
        <a:lstStyle/>
        <a:p>
          <a:r>
            <a:rPr lang="en-US"/>
            <a:t>Presentations are hard</a:t>
          </a:r>
        </a:p>
      </dgm:t>
    </dgm:pt>
    <dgm:pt modelId="{05BF1D19-C0D0-4D9F-887E-230A0D7302EB}" type="parTrans" cxnId="{D017BFB4-27CB-4F4D-A0EF-EAD765E5D29C}">
      <dgm:prSet/>
      <dgm:spPr/>
      <dgm:t>
        <a:bodyPr/>
        <a:lstStyle/>
        <a:p>
          <a:endParaRPr lang="en-US"/>
        </a:p>
      </dgm:t>
    </dgm:pt>
    <dgm:pt modelId="{7E637DB0-F273-46E4-ACA5-13244240BC11}" type="sibTrans" cxnId="{D017BFB4-27CB-4F4D-A0EF-EAD765E5D29C}">
      <dgm:prSet/>
      <dgm:spPr/>
      <dgm:t>
        <a:bodyPr/>
        <a:lstStyle/>
        <a:p>
          <a:endParaRPr lang="en-US"/>
        </a:p>
      </dgm:t>
    </dgm:pt>
    <dgm:pt modelId="{F5095A17-33AF-47C6-9817-2213A962EEC3}">
      <dgm:prSet/>
      <dgm:spPr/>
      <dgm:t>
        <a:bodyPr/>
        <a:lstStyle/>
        <a:p>
          <a:r>
            <a:rPr lang="en-US"/>
            <a:t>They’re hard for me as well</a:t>
          </a:r>
        </a:p>
      </dgm:t>
    </dgm:pt>
    <dgm:pt modelId="{7C5C4D38-9D95-4DF6-9151-2A00B787812A}" type="parTrans" cxnId="{2CA95F6A-6FAD-4CAA-80F6-E028EDA2B62C}">
      <dgm:prSet/>
      <dgm:spPr/>
      <dgm:t>
        <a:bodyPr/>
        <a:lstStyle/>
        <a:p>
          <a:endParaRPr lang="en-US"/>
        </a:p>
      </dgm:t>
    </dgm:pt>
    <dgm:pt modelId="{A526D0CA-21E5-443A-B690-81888A6C329A}" type="sibTrans" cxnId="{2CA95F6A-6FAD-4CAA-80F6-E028EDA2B62C}">
      <dgm:prSet/>
      <dgm:spPr/>
      <dgm:t>
        <a:bodyPr/>
        <a:lstStyle/>
        <a:p>
          <a:endParaRPr lang="en-US"/>
        </a:p>
      </dgm:t>
    </dgm:pt>
    <dgm:pt modelId="{4ADFAA60-8E83-4CC7-B3D9-425F6175542F}">
      <dgm:prSet/>
      <dgm:spPr/>
      <dgm:t>
        <a:bodyPr/>
        <a:lstStyle/>
        <a:p>
          <a:r>
            <a:rPr lang="en-US"/>
            <a:t>You’re learning new skills</a:t>
          </a:r>
        </a:p>
      </dgm:t>
    </dgm:pt>
    <dgm:pt modelId="{909E4D85-2529-4DB4-851B-B04A782B3033}" type="parTrans" cxnId="{DAFD1348-DA9A-4E36-B52B-27D1023BD312}">
      <dgm:prSet/>
      <dgm:spPr/>
      <dgm:t>
        <a:bodyPr/>
        <a:lstStyle/>
        <a:p>
          <a:endParaRPr lang="en-US"/>
        </a:p>
      </dgm:t>
    </dgm:pt>
    <dgm:pt modelId="{7B9A9941-8AB4-4111-B740-85F54B8B69D3}" type="sibTrans" cxnId="{DAFD1348-DA9A-4E36-B52B-27D1023BD312}">
      <dgm:prSet/>
      <dgm:spPr/>
      <dgm:t>
        <a:bodyPr/>
        <a:lstStyle/>
        <a:p>
          <a:endParaRPr lang="en-US"/>
        </a:p>
      </dgm:t>
    </dgm:pt>
    <dgm:pt modelId="{61E78996-E668-45E6-AB88-4902407D2C76}">
      <dgm:prSet/>
      <dgm:spPr/>
      <dgm:t>
        <a:bodyPr/>
        <a:lstStyle/>
        <a:p>
          <a:r>
            <a:rPr lang="en-US"/>
            <a:t>Be kind to yourself</a:t>
          </a:r>
        </a:p>
      </dgm:t>
    </dgm:pt>
    <dgm:pt modelId="{25FA9AD6-F4C4-4F98-A831-A52BF73A5D49}" type="parTrans" cxnId="{64419F96-C279-44BA-BDF7-81DA4003B9FC}">
      <dgm:prSet/>
      <dgm:spPr/>
      <dgm:t>
        <a:bodyPr/>
        <a:lstStyle/>
        <a:p>
          <a:endParaRPr lang="en-US"/>
        </a:p>
      </dgm:t>
    </dgm:pt>
    <dgm:pt modelId="{7C8F4367-DBD2-44DD-B07F-1CDFDE95FAB5}" type="sibTrans" cxnId="{64419F96-C279-44BA-BDF7-81DA4003B9FC}">
      <dgm:prSet/>
      <dgm:spPr/>
      <dgm:t>
        <a:bodyPr/>
        <a:lstStyle/>
        <a:p>
          <a:endParaRPr lang="en-US"/>
        </a:p>
      </dgm:t>
    </dgm:pt>
    <dgm:pt modelId="{D983DB48-D524-4A23-B04E-0388B012885E}" type="pres">
      <dgm:prSet presAssocID="{33FBACA9-8EF2-4A67-BBB8-0415A37B30E9}" presName="linear" presStyleCnt="0">
        <dgm:presLayoutVars>
          <dgm:animLvl val="lvl"/>
          <dgm:resizeHandles val="exact"/>
        </dgm:presLayoutVars>
      </dgm:prSet>
      <dgm:spPr/>
    </dgm:pt>
    <dgm:pt modelId="{7B1A7E02-D6E1-4168-A539-FFC52E785FC7}" type="pres">
      <dgm:prSet presAssocID="{E8BD86DC-1DD6-4C0F-B67F-F1108A7CAFAD}" presName="parentText" presStyleLbl="node1" presStyleIdx="0" presStyleCnt="4">
        <dgm:presLayoutVars>
          <dgm:chMax val="0"/>
          <dgm:bulletEnabled val="1"/>
        </dgm:presLayoutVars>
      </dgm:prSet>
      <dgm:spPr/>
    </dgm:pt>
    <dgm:pt modelId="{FE34C4CC-8F61-47E1-9C04-62CF37872F1F}" type="pres">
      <dgm:prSet presAssocID="{7E637DB0-F273-46E4-ACA5-13244240BC11}" presName="spacer" presStyleCnt="0"/>
      <dgm:spPr/>
    </dgm:pt>
    <dgm:pt modelId="{323C677E-0726-405A-B038-7395D31694BE}" type="pres">
      <dgm:prSet presAssocID="{F5095A17-33AF-47C6-9817-2213A962EEC3}" presName="parentText" presStyleLbl="node1" presStyleIdx="1" presStyleCnt="4">
        <dgm:presLayoutVars>
          <dgm:chMax val="0"/>
          <dgm:bulletEnabled val="1"/>
        </dgm:presLayoutVars>
      </dgm:prSet>
      <dgm:spPr/>
    </dgm:pt>
    <dgm:pt modelId="{BC53E821-F2CD-4DF4-8678-FC52A37E55A3}" type="pres">
      <dgm:prSet presAssocID="{A526D0CA-21E5-443A-B690-81888A6C329A}" presName="spacer" presStyleCnt="0"/>
      <dgm:spPr/>
    </dgm:pt>
    <dgm:pt modelId="{0CD38F2B-AC45-4111-81E3-066F0FBB9446}" type="pres">
      <dgm:prSet presAssocID="{4ADFAA60-8E83-4CC7-B3D9-425F6175542F}" presName="parentText" presStyleLbl="node1" presStyleIdx="2" presStyleCnt="4">
        <dgm:presLayoutVars>
          <dgm:chMax val="0"/>
          <dgm:bulletEnabled val="1"/>
        </dgm:presLayoutVars>
      </dgm:prSet>
      <dgm:spPr/>
    </dgm:pt>
    <dgm:pt modelId="{25249BB2-C474-465F-BB35-3CF815BADCD8}" type="pres">
      <dgm:prSet presAssocID="{7B9A9941-8AB4-4111-B740-85F54B8B69D3}" presName="spacer" presStyleCnt="0"/>
      <dgm:spPr/>
    </dgm:pt>
    <dgm:pt modelId="{E87AFDB5-C39D-4DA9-BF01-0B6B00A5479C}" type="pres">
      <dgm:prSet presAssocID="{61E78996-E668-45E6-AB88-4902407D2C76}" presName="parentText" presStyleLbl="node1" presStyleIdx="3" presStyleCnt="4">
        <dgm:presLayoutVars>
          <dgm:chMax val="0"/>
          <dgm:bulletEnabled val="1"/>
        </dgm:presLayoutVars>
      </dgm:prSet>
      <dgm:spPr/>
    </dgm:pt>
  </dgm:ptLst>
  <dgm:cxnLst>
    <dgm:cxn modelId="{991FBD36-3CAE-4EC5-AF76-F1CA77A4B3EF}" type="presOf" srcId="{4ADFAA60-8E83-4CC7-B3D9-425F6175542F}" destId="{0CD38F2B-AC45-4111-81E3-066F0FBB9446}" srcOrd="0" destOrd="0" presId="urn:microsoft.com/office/officeart/2005/8/layout/vList2"/>
    <dgm:cxn modelId="{40CB243F-E5E8-4FA4-BCE8-C2F20B1625C4}" type="presOf" srcId="{61E78996-E668-45E6-AB88-4902407D2C76}" destId="{E87AFDB5-C39D-4DA9-BF01-0B6B00A5479C}" srcOrd="0" destOrd="0" presId="urn:microsoft.com/office/officeart/2005/8/layout/vList2"/>
    <dgm:cxn modelId="{70245742-DE73-4BF5-875A-5FD5B76EC600}" type="presOf" srcId="{F5095A17-33AF-47C6-9817-2213A962EEC3}" destId="{323C677E-0726-405A-B038-7395D31694BE}" srcOrd="0" destOrd="0" presId="urn:microsoft.com/office/officeart/2005/8/layout/vList2"/>
    <dgm:cxn modelId="{DAFD1348-DA9A-4E36-B52B-27D1023BD312}" srcId="{33FBACA9-8EF2-4A67-BBB8-0415A37B30E9}" destId="{4ADFAA60-8E83-4CC7-B3D9-425F6175542F}" srcOrd="2" destOrd="0" parTransId="{909E4D85-2529-4DB4-851B-B04A782B3033}" sibTransId="{7B9A9941-8AB4-4111-B740-85F54B8B69D3}"/>
    <dgm:cxn modelId="{2CA95F6A-6FAD-4CAA-80F6-E028EDA2B62C}" srcId="{33FBACA9-8EF2-4A67-BBB8-0415A37B30E9}" destId="{F5095A17-33AF-47C6-9817-2213A962EEC3}" srcOrd="1" destOrd="0" parTransId="{7C5C4D38-9D95-4DF6-9151-2A00B787812A}" sibTransId="{A526D0CA-21E5-443A-B690-81888A6C329A}"/>
    <dgm:cxn modelId="{AB93CE92-C8AA-44A3-83D9-DC22777A2944}" type="presOf" srcId="{E8BD86DC-1DD6-4C0F-B67F-F1108A7CAFAD}" destId="{7B1A7E02-D6E1-4168-A539-FFC52E785FC7}" srcOrd="0" destOrd="0" presId="urn:microsoft.com/office/officeart/2005/8/layout/vList2"/>
    <dgm:cxn modelId="{64419F96-C279-44BA-BDF7-81DA4003B9FC}" srcId="{33FBACA9-8EF2-4A67-BBB8-0415A37B30E9}" destId="{61E78996-E668-45E6-AB88-4902407D2C76}" srcOrd="3" destOrd="0" parTransId="{25FA9AD6-F4C4-4F98-A831-A52BF73A5D49}" sibTransId="{7C8F4367-DBD2-44DD-B07F-1CDFDE95FAB5}"/>
    <dgm:cxn modelId="{D017BFB4-27CB-4F4D-A0EF-EAD765E5D29C}" srcId="{33FBACA9-8EF2-4A67-BBB8-0415A37B30E9}" destId="{E8BD86DC-1DD6-4C0F-B67F-F1108A7CAFAD}" srcOrd="0" destOrd="0" parTransId="{05BF1D19-C0D0-4D9F-887E-230A0D7302EB}" sibTransId="{7E637DB0-F273-46E4-ACA5-13244240BC11}"/>
    <dgm:cxn modelId="{1B71FDF1-72A4-40E7-9DDF-BD0FC401947C}" type="presOf" srcId="{33FBACA9-8EF2-4A67-BBB8-0415A37B30E9}" destId="{D983DB48-D524-4A23-B04E-0388B012885E}" srcOrd="0" destOrd="0" presId="urn:microsoft.com/office/officeart/2005/8/layout/vList2"/>
    <dgm:cxn modelId="{A178619E-7CCE-4026-B6BA-0E0BEB2BB2F7}" type="presParOf" srcId="{D983DB48-D524-4A23-B04E-0388B012885E}" destId="{7B1A7E02-D6E1-4168-A539-FFC52E785FC7}" srcOrd="0" destOrd="0" presId="urn:microsoft.com/office/officeart/2005/8/layout/vList2"/>
    <dgm:cxn modelId="{0B0FA9C0-97D2-492C-A8FB-84950AC91B7D}" type="presParOf" srcId="{D983DB48-D524-4A23-B04E-0388B012885E}" destId="{FE34C4CC-8F61-47E1-9C04-62CF37872F1F}" srcOrd="1" destOrd="0" presId="urn:microsoft.com/office/officeart/2005/8/layout/vList2"/>
    <dgm:cxn modelId="{29AE6C79-E005-47E9-B4F2-5F54FEA4332B}" type="presParOf" srcId="{D983DB48-D524-4A23-B04E-0388B012885E}" destId="{323C677E-0726-405A-B038-7395D31694BE}" srcOrd="2" destOrd="0" presId="urn:microsoft.com/office/officeart/2005/8/layout/vList2"/>
    <dgm:cxn modelId="{BE8B8D5F-25BC-4784-8308-68C7AC3E64B2}" type="presParOf" srcId="{D983DB48-D524-4A23-B04E-0388B012885E}" destId="{BC53E821-F2CD-4DF4-8678-FC52A37E55A3}" srcOrd="3" destOrd="0" presId="urn:microsoft.com/office/officeart/2005/8/layout/vList2"/>
    <dgm:cxn modelId="{06C915E5-7FB3-43B2-B059-C1D0C7A6639B}" type="presParOf" srcId="{D983DB48-D524-4A23-B04E-0388B012885E}" destId="{0CD38F2B-AC45-4111-81E3-066F0FBB9446}" srcOrd="4" destOrd="0" presId="urn:microsoft.com/office/officeart/2005/8/layout/vList2"/>
    <dgm:cxn modelId="{72E81B65-0EBA-4996-A825-C7776456E920}" type="presParOf" srcId="{D983DB48-D524-4A23-B04E-0388B012885E}" destId="{25249BB2-C474-465F-BB35-3CF815BADCD8}" srcOrd="5" destOrd="0" presId="urn:microsoft.com/office/officeart/2005/8/layout/vList2"/>
    <dgm:cxn modelId="{16827930-E095-4A00-867C-305A75D3FC4F}" type="presParOf" srcId="{D983DB48-D524-4A23-B04E-0388B012885E}" destId="{E87AFDB5-C39D-4DA9-BF01-0B6B00A5479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01D0B9-E63A-4F1C-BF8B-9EB2B52DD6F4}">
      <dsp:nvSpPr>
        <dsp:cNvPr id="0" name=""/>
        <dsp:cNvSpPr/>
      </dsp:nvSpPr>
      <dsp:spPr>
        <a:xfrm>
          <a:off x="0" y="20"/>
          <a:ext cx="1672254" cy="836321"/>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baseline="0" dirty="0"/>
            <a:t>Go to each element</a:t>
          </a:r>
          <a:endParaRPr lang="en-US" sz="1700" kern="1200" dirty="0"/>
        </a:p>
      </dsp:txBody>
      <dsp:txXfrm>
        <a:off x="40826" y="40846"/>
        <a:ext cx="1590602" cy="754669"/>
      </dsp:txXfrm>
    </dsp:sp>
    <dsp:sp modelId="{A2BE30C8-D45E-4F0F-868C-BC5F972FE82E}">
      <dsp:nvSpPr>
        <dsp:cNvPr id="0" name=""/>
        <dsp:cNvSpPr/>
      </dsp:nvSpPr>
      <dsp:spPr>
        <a:xfrm rot="5400000">
          <a:off x="2824174" y="-190130"/>
          <a:ext cx="669056" cy="2972897"/>
        </a:xfrm>
        <a:prstGeom prst="round2Same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Element is all the way left </a:t>
          </a:r>
          <a:r>
            <a:rPr lang="en-US" sz="1700" b="1" i="1" kern="1200" dirty="0"/>
            <a:t>or</a:t>
          </a:r>
        </a:p>
        <a:p>
          <a:pPr marL="171450" lvl="1" indent="-171450" algn="l" defTabSz="755650">
            <a:lnSpc>
              <a:spcPct val="90000"/>
            </a:lnSpc>
            <a:spcBef>
              <a:spcPct val="0"/>
            </a:spcBef>
            <a:spcAft>
              <a:spcPct val="15000"/>
            </a:spcAft>
            <a:buChar char="•"/>
          </a:pPr>
          <a:r>
            <a:rPr lang="en-US" sz="1700" kern="1200" dirty="0"/>
            <a:t>Element to the left is smaller</a:t>
          </a:r>
        </a:p>
      </dsp:txBody>
      <dsp:txXfrm rot="-5400000">
        <a:off x="1672254" y="994451"/>
        <a:ext cx="2940236" cy="603734"/>
      </dsp:txXfrm>
    </dsp:sp>
    <dsp:sp modelId="{BA4EA8E8-2673-4492-99C5-485DBA113B9F}">
      <dsp:nvSpPr>
        <dsp:cNvPr id="0" name=""/>
        <dsp:cNvSpPr/>
      </dsp:nvSpPr>
      <dsp:spPr>
        <a:xfrm>
          <a:off x="0" y="878158"/>
          <a:ext cx="1672254" cy="836321"/>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baseline="0" dirty="0"/>
            <a:t>Keep moving that element left until:</a:t>
          </a:r>
          <a:endParaRPr lang="en-US" sz="1700" kern="1200" dirty="0"/>
        </a:p>
      </dsp:txBody>
      <dsp:txXfrm>
        <a:off x="40826" y="918984"/>
        <a:ext cx="1590602" cy="7546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896343-1E81-465A-A23E-8BED8A2C2E9C}">
      <dsp:nvSpPr>
        <dsp:cNvPr id="0" name=""/>
        <dsp:cNvSpPr/>
      </dsp:nvSpPr>
      <dsp:spPr>
        <a:xfrm>
          <a:off x="773977" y="1503"/>
          <a:ext cx="1727057" cy="1036234"/>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Informal</a:t>
          </a:r>
        </a:p>
      </dsp:txBody>
      <dsp:txXfrm>
        <a:off x="773977" y="1503"/>
        <a:ext cx="1727057" cy="1036234"/>
      </dsp:txXfrm>
    </dsp:sp>
    <dsp:sp modelId="{A8DC7447-7AB4-4A1A-9A2F-AE102890FBFC}">
      <dsp:nvSpPr>
        <dsp:cNvPr id="0" name=""/>
        <dsp:cNvSpPr/>
      </dsp:nvSpPr>
      <dsp:spPr>
        <a:xfrm>
          <a:off x="773977" y="1210443"/>
          <a:ext cx="1727057" cy="1036234"/>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Distracting</a:t>
          </a:r>
        </a:p>
      </dsp:txBody>
      <dsp:txXfrm>
        <a:off x="773977" y="1210443"/>
        <a:ext cx="1727057" cy="10362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888291-EDCC-41EB-B308-FC85A84D8998}">
      <dsp:nvSpPr>
        <dsp:cNvPr id="0" name=""/>
        <dsp:cNvSpPr/>
      </dsp:nvSpPr>
      <dsp:spPr>
        <a:xfrm>
          <a:off x="0" y="824999"/>
          <a:ext cx="3001023" cy="1800614"/>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4 Minutes at most.</a:t>
          </a:r>
        </a:p>
      </dsp:txBody>
      <dsp:txXfrm>
        <a:off x="0" y="824999"/>
        <a:ext cx="3001023" cy="1800614"/>
      </dsp:txXfrm>
    </dsp:sp>
    <dsp:sp modelId="{ED9A1C78-B8D3-4737-B874-0AEB1839C131}">
      <dsp:nvSpPr>
        <dsp:cNvPr id="0" name=""/>
        <dsp:cNvSpPr/>
      </dsp:nvSpPr>
      <dsp:spPr>
        <a:xfrm>
          <a:off x="3301125" y="824999"/>
          <a:ext cx="3001023" cy="1800614"/>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You’re not talking that long.</a:t>
          </a:r>
        </a:p>
      </dsp:txBody>
      <dsp:txXfrm>
        <a:off x="3301125" y="824999"/>
        <a:ext cx="3001023" cy="1800614"/>
      </dsp:txXfrm>
    </dsp:sp>
    <dsp:sp modelId="{69E7E2E2-9932-4CA9-8D28-1753ABF02BCB}">
      <dsp:nvSpPr>
        <dsp:cNvPr id="0" name=""/>
        <dsp:cNvSpPr/>
      </dsp:nvSpPr>
      <dsp:spPr>
        <a:xfrm>
          <a:off x="6602251" y="824999"/>
          <a:ext cx="3001023" cy="1800614"/>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Mainly your words, not a video’s words.</a:t>
          </a:r>
        </a:p>
      </dsp:txBody>
      <dsp:txXfrm>
        <a:off x="6602251" y="824999"/>
        <a:ext cx="3001023" cy="180061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1A7E02-D6E1-4168-A539-FFC52E785FC7}">
      <dsp:nvSpPr>
        <dsp:cNvPr id="0" name=""/>
        <dsp:cNvSpPr/>
      </dsp:nvSpPr>
      <dsp:spPr>
        <a:xfrm>
          <a:off x="0" y="38346"/>
          <a:ext cx="5001472"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Presentations are hard</a:t>
          </a:r>
        </a:p>
      </dsp:txBody>
      <dsp:txXfrm>
        <a:off x="37696" y="76042"/>
        <a:ext cx="4926080" cy="696808"/>
      </dsp:txXfrm>
    </dsp:sp>
    <dsp:sp modelId="{323C677E-0726-405A-B038-7395D31694BE}">
      <dsp:nvSpPr>
        <dsp:cNvPr id="0" name=""/>
        <dsp:cNvSpPr/>
      </dsp:nvSpPr>
      <dsp:spPr>
        <a:xfrm>
          <a:off x="0" y="905586"/>
          <a:ext cx="5001472"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They’re hard for me as well</a:t>
          </a:r>
        </a:p>
      </dsp:txBody>
      <dsp:txXfrm>
        <a:off x="37696" y="943282"/>
        <a:ext cx="4926080" cy="696808"/>
      </dsp:txXfrm>
    </dsp:sp>
    <dsp:sp modelId="{0CD38F2B-AC45-4111-81E3-066F0FBB9446}">
      <dsp:nvSpPr>
        <dsp:cNvPr id="0" name=""/>
        <dsp:cNvSpPr/>
      </dsp:nvSpPr>
      <dsp:spPr>
        <a:xfrm>
          <a:off x="0" y="1772826"/>
          <a:ext cx="5001472"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You’re learning new skills</a:t>
          </a:r>
        </a:p>
      </dsp:txBody>
      <dsp:txXfrm>
        <a:off x="37696" y="1810522"/>
        <a:ext cx="4926080" cy="696808"/>
      </dsp:txXfrm>
    </dsp:sp>
    <dsp:sp modelId="{E87AFDB5-C39D-4DA9-BF01-0B6B00A5479C}">
      <dsp:nvSpPr>
        <dsp:cNvPr id="0" name=""/>
        <dsp:cNvSpPr/>
      </dsp:nvSpPr>
      <dsp:spPr>
        <a:xfrm>
          <a:off x="0" y="2640066"/>
          <a:ext cx="5001472"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Be kind to yourself</a:t>
          </a:r>
        </a:p>
      </dsp:txBody>
      <dsp:txXfrm>
        <a:off x="37696" y="2677762"/>
        <a:ext cx="4926080" cy="696808"/>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994B27E-8573-41BC-B1ED-733FE0E93BDB}" type="datetimeFigureOut">
              <a:rPr lang="en-US" smtClean="0"/>
              <a:t>8/4/2025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0E49D83F-7987-449C-802B-6AD927305D94}"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09265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94B27E-8573-41BC-B1ED-733FE0E93BDB}"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9D83F-7987-449C-802B-6AD927305D94}"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6462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94B27E-8573-41BC-B1ED-733FE0E93BDB}"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9D83F-7987-449C-802B-6AD927305D94}"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15799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994B27E-8573-41BC-B1ED-733FE0E93BDB}" type="datetimeFigureOut">
              <a:rPr lang="en-US" smtClean="0"/>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9D83F-7987-449C-802B-6AD927305D94}"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4687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994B27E-8573-41BC-B1ED-733FE0E93BDB}" type="datetimeFigureOut">
              <a:rPr lang="en-US" smtClean="0"/>
              <a:t>8/4/2025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49D83F-7987-449C-802B-6AD927305D94}"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217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994B27E-8573-41BC-B1ED-733FE0E93BDB}" type="datetimeFigureOut">
              <a:rPr lang="en-US" smtClean="0"/>
              <a:t>8/4/2025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9D83F-7987-449C-802B-6AD927305D94}"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2641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94B27E-8573-41BC-B1ED-733FE0E93BDB}" type="datetimeFigureOut">
              <a:rPr lang="en-US" smtClean="0"/>
              <a:t>8/4/2025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9D83F-7987-449C-802B-6AD927305D94}" type="slidenum">
              <a:rPr lang="en-US" smtClean="0"/>
              <a:t>‹#›</a:t>
            </a:fld>
            <a:endParaRPr lang="en-US"/>
          </a:p>
        </p:txBody>
      </p:sp>
    </p:spTree>
    <p:extLst>
      <p:ext uri="{BB962C8B-B14F-4D97-AF65-F5344CB8AC3E}">
        <p14:creationId xmlns:p14="http://schemas.microsoft.com/office/powerpoint/2010/main" val="3191662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994B27E-8573-41BC-B1ED-733FE0E93BDB}" type="datetimeFigureOut">
              <a:rPr lang="en-US" smtClean="0"/>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9D83F-7987-449C-802B-6AD927305D94}"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06435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7994B27E-8573-41BC-B1ED-733FE0E93BDB}" type="datetimeFigureOut">
              <a:rPr lang="en-US" smtClean="0"/>
              <a:t>8/4/2025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0E49D83F-7987-449C-802B-6AD927305D94}"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80645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94B27E-8573-41BC-B1ED-733FE0E93BDB}"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9D83F-7987-449C-802B-6AD927305D94}"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85706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94B27E-8573-41BC-B1ED-733FE0E93BDB}"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9D83F-7987-449C-802B-6AD927305D94}"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3724013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994B27E-8573-41BC-B1ED-733FE0E93BDB}" type="datetimeFigureOut">
              <a:rPr lang="en-US" smtClean="0"/>
              <a:t>8/4/2025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0E49D83F-7987-449C-802B-6AD927305D94}"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9760107"/>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en.wikipedia.org/wiki/Iteration" TargetMode="Externa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8" Type="http://schemas.openxmlformats.org/officeDocument/2006/relationships/image" Target="../media/image2.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 Id="rId7"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https://www.thoughtco.com/thmb/lVJYvhXOIAqKGy7GgY5NmbpBdRk=/1500x1000/filters:fill(auto,1)/What-Is-Communication-1689877-final-156105491ad948eda15b0960fd2b8c2b.png"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3.xml"/><Relationship Id="rId3" Type="http://schemas.openxmlformats.org/officeDocument/2006/relationships/diagramLayout" Target="../diagrams/layout3.xml"/><Relationship Id="rId4" Type="http://schemas.openxmlformats.org/officeDocument/2006/relationships/diagramQuickStyle" Target="../diagrams/quickStyle3.xml"/><Relationship Id="rId5" Type="http://schemas.openxmlformats.org/officeDocument/2006/relationships/diagramColors" Target="../diagrams/colors3.xml"/><Relationship Id="rId6" Type="http://schemas.microsoft.com/office/2007/relationships/diagramDrawing" Target="../diagrams/drawing3.xml"/></Relationships>
</file>

<file path=ppt/slides/_rels/slide35.xml.rels><?xml version='1.0' encoding='UTF-8' standalone='yes'?>
<Relationships xmlns="http://schemas.openxmlformats.org/package/2006/relationships"><Relationship Id="rId1" Type="http://schemas.openxmlformats.org/officeDocument/2006/relationships/video" Target="https://www.youtube.com/embed/HAnw168huqA?feature=oembed" TargetMode="External"/><Relationship Id="rId2" Type="http://schemas.openxmlformats.org/officeDocument/2006/relationships/video" Target="https://www.youtube.com/embed/I6IAhXM-vps?feature=oembed" TargetMode="External"/><Relationship Id="rId3" Type="http://schemas.openxmlformats.org/officeDocument/2006/relationships/slideLayout" Target="../slideLayouts/slideLayout5.xml"/><Relationship Id="rId4" Type="http://schemas.openxmlformats.org/officeDocument/2006/relationships/image" Target="../media/image8.jpeg"/><Relationship Id="rId5" Type="http://schemas.openxmlformats.org/officeDocument/2006/relationships/image" Target="../media/image9.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4.xml"/><Relationship Id="rId3" Type="http://schemas.openxmlformats.org/officeDocument/2006/relationships/diagramLayout" Target="../diagrams/layout4.xml"/><Relationship Id="rId4" Type="http://schemas.openxmlformats.org/officeDocument/2006/relationships/diagramQuickStyle" Target="../diagrams/quickStyle4.xml"/><Relationship Id="rId5" Type="http://schemas.openxmlformats.org/officeDocument/2006/relationships/diagramColors" Target="../diagrams/colors4.xml"/><Relationship Id="rId6" Type="http://schemas.microsoft.com/office/2007/relationships/diagramDrawing" Target="../diagrams/drawing4.xml"/><Relationship Id="rId7" Type="http://schemas.openxmlformats.org/officeDocument/2006/relationships/image" Target="../media/image10.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esignshack.net/articles/software/presentation-design-mistakes-to-avoid/" TargetMode="External"/><Relationship Id="rId3" Type="http://schemas.openxmlformats.org/officeDocument/2006/relationships/hyperlink" Target="https://www.mayoclinic.org/diseases-conditions/depression/in-depth/depression-and-exercise/art-20046495" TargetMode="External"/><Relationship Id="rId4" Type="http://schemas.openxmlformats.org/officeDocument/2006/relationships/hyperlink" Target="https://en.wikipedia.org/wiki/Insertion_sort" TargetMode="External"/><Relationship Id="rId5" Type="http://schemas.openxmlformats.org/officeDocument/2006/relationships/hyperlink" Target="https://designpickle.com/creative-hub/presentation-design/presentation-dos-and-donts-what-you-need-to-know/" TargetMode="External"/><Relationship Id="rId6" Type="http://schemas.openxmlformats.org/officeDocument/2006/relationships/hyperlink" Target="https://piktochart.com/blog/best-font-for-presentations/"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thoughtco.com/what-is-communication-1689877" TargetMode="External"/><Relationship Id="rId3" Type="http://schemas.openxmlformats.org/officeDocument/2006/relationships/hyperlink" Target="https://www.linkedin.com/pulse/how-communicate-others-effective-communication-skills-youngsub-chun" TargetMode="External"/><Relationship Id="rId4" Type="http://schemas.openxmlformats.org/officeDocument/2006/relationships/hyperlink" Target="https://worldofprintables.com/wp-content/uploads/2020/12/dalmation-dots-Free-SVG-file-for-DIY-crafts-and-Cricut.jpg.webp" TargetMode="External"/><Relationship Id="rId5" Type="http://schemas.openxmlformats.org/officeDocument/2006/relationships/hyperlink" Target="https://www.geeksforgeeks.org/sorting-algorithm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C4ECD-1A62-5545-86AD-02FB99D636E1}"/>
              </a:ext>
            </a:extLst>
          </p:cNvPr>
          <p:cNvSpPr>
            <a:spLocks noGrp="1"/>
          </p:cNvSpPr>
          <p:nvPr>
            <p:ph type="ctrTitle"/>
          </p:nvPr>
        </p:nvSpPr>
        <p:spPr/>
        <p:txBody>
          <a:bodyPr/>
          <a:lstStyle/>
          <a:p>
            <a:r>
              <a:t>Cómo NO hacer una presentación</a:t>
            </a:r>
          </a:p>
        </p:txBody>
      </p:sp>
      <p:sp>
        <p:nvSpPr>
          <p:cNvPr id="3" name="Subtitle 2">
            <a:extLst>
              <a:ext uri="{FF2B5EF4-FFF2-40B4-BE49-F238E27FC236}">
                <a16:creationId xmlns:a16="http://schemas.microsoft.com/office/drawing/2014/main" id="{C071A508-44F3-E028-6AAD-D055E865899A}"/>
              </a:ext>
            </a:extLst>
          </p:cNvPr>
          <p:cNvSpPr>
            <a:spLocks noGrp="1"/>
          </p:cNvSpPr>
          <p:nvPr>
            <p:ph type="subTitle" idx="1"/>
          </p:nvPr>
        </p:nvSpPr>
        <p:spPr/>
        <p:txBody>
          <a:bodyPr/>
          <a:lstStyle/>
          <a:p>
            <a:r>
              <a:t>Por CJ Conti</a:t>
            </a:r>
          </a:p>
        </p:txBody>
      </p:sp>
    </p:spTree>
    <p:extLst>
      <p:ext uri="{BB962C8B-B14F-4D97-AF65-F5344CB8AC3E}">
        <p14:creationId xmlns:p14="http://schemas.microsoft.com/office/powerpoint/2010/main" val="4095244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A864F-C4CD-7088-7B1B-D4394536D2F4}"/>
              </a:ext>
            </a:extLst>
          </p:cNvPr>
          <p:cNvSpPr>
            <a:spLocks noGrp="1"/>
          </p:cNvSpPr>
          <p:nvPr>
            <p:ph type="title"/>
          </p:nvPr>
        </p:nvSpPr>
        <p:spPr/>
        <p:txBody>
          <a:bodyPr/>
          <a:lstStyle/>
          <a:p>
            <a:r>
              <a:t>Parte 1</a:t>
            </a:r>
          </a:p>
        </p:txBody>
      </p:sp>
      <p:sp>
        <p:nvSpPr>
          <p:cNvPr id="3" name="Text Placeholder 2">
            <a:extLst>
              <a:ext uri="{FF2B5EF4-FFF2-40B4-BE49-F238E27FC236}">
                <a16:creationId xmlns:a16="http://schemas.microsoft.com/office/drawing/2014/main" id="{799B1236-453F-CC99-8663-0AC65D20A49A}"/>
              </a:ext>
            </a:extLst>
          </p:cNvPr>
          <p:cNvSpPr>
            <a:spLocks noGrp="1"/>
          </p:cNvSpPr>
          <p:nvPr>
            <p:ph type="body" idx="1"/>
          </p:nvPr>
        </p:nvSpPr>
        <p:spPr/>
        <p:txBody>
          <a:bodyPr/>
          <a:lstStyle/>
          <a:p>
            <a:r>
              <a:t>Información</a:t>
            </a:r>
          </a:p>
        </p:txBody>
      </p:sp>
    </p:spTree>
    <p:extLst>
      <p:ext uri="{BB962C8B-B14F-4D97-AF65-F5344CB8AC3E}">
        <p14:creationId xmlns:p14="http://schemas.microsoft.com/office/powerpoint/2010/main" val="3846990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A0E72-4613-6D8F-4537-5F71F80E2B06}"/>
              </a:ext>
            </a:extLst>
          </p:cNvPr>
          <p:cNvSpPr>
            <a:spLocks noGrp="1"/>
          </p:cNvSpPr>
          <p:nvPr>
            <p:ph type="title"/>
          </p:nvPr>
        </p:nvSpPr>
        <p:spPr/>
        <p:txBody>
          <a:bodyPr/>
          <a:lstStyle/>
          <a:p>
            <a:r>
              <a:t>Explicar nuevos términos.</a:t>
            </a:r>
          </a:p>
        </p:txBody>
      </p:sp>
      <p:sp>
        <p:nvSpPr>
          <p:cNvPr id="3" name="Content Placeholder 2">
            <a:extLst>
              <a:ext uri="{FF2B5EF4-FFF2-40B4-BE49-F238E27FC236}">
                <a16:creationId xmlns:a16="http://schemas.microsoft.com/office/drawing/2014/main" id="{A7CDCB7E-7F77-99FC-C503-E30DDF6906FB}"/>
              </a:ext>
            </a:extLst>
          </p:cNvPr>
          <p:cNvSpPr>
            <a:spLocks noGrp="1"/>
          </p:cNvSpPr>
          <p:nvPr>
            <p:ph idx="1"/>
          </p:nvPr>
        </p:nvSpPr>
        <p:spPr/>
        <p:txBody>
          <a:bodyPr>
            <a:normAutofit/>
          </a:bodyPr>
          <a:lstStyle/>
          <a:p>
            <a:r>
              <a:t>Un término es una frase o idea que se conecta con su tema.</a:t>
            </a:r>
          </a:p>
          <a:p>
            <a:r>
              <a:t>La energía potencial y cinética son términos de física.</a:t>
            </a:r>
          </a:p>
          <a:p>
            <a:r>
              <a:t>Funciones y bucles son términos de programación.</a:t>
            </a:r>
          </a:p>
          <a:p>
            <a:r>
              <a:t>Explica los términos que utilizas en tu presentación. De lo contrario, su audiencia se sentirá confundida por términos nuevos y poco claros.</a:t>
            </a:r>
          </a:p>
        </p:txBody>
      </p:sp>
    </p:spTree>
    <p:extLst>
      <p:ext uri="{BB962C8B-B14F-4D97-AF65-F5344CB8AC3E}">
        <p14:creationId xmlns:p14="http://schemas.microsoft.com/office/powerpoint/2010/main" val="368485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7BC0D-4BEE-DFCE-594A-C133D1E44229}"/>
              </a:ext>
            </a:extLst>
          </p:cNvPr>
          <p:cNvSpPr>
            <a:spLocks noGrp="1"/>
          </p:cNvSpPr>
          <p:nvPr>
            <p:ph type="title"/>
          </p:nvPr>
        </p:nvSpPr>
        <p:spPr/>
        <p:txBody>
          <a:bodyPr/>
          <a:lstStyle/>
          <a:p>
            <a:r>
              <a:t>Ejemplo: términos de programación (sin explicación)</a:t>
            </a:r>
          </a:p>
        </p:txBody>
      </p:sp>
      <p:sp>
        <p:nvSpPr>
          <p:cNvPr id="3" name="Content Placeholder 2">
            <a:extLst>
              <a:ext uri="{FF2B5EF4-FFF2-40B4-BE49-F238E27FC236}">
                <a16:creationId xmlns:a16="http://schemas.microsoft.com/office/drawing/2014/main" id="{4079BD5C-CA66-DE7A-D1FD-5B437D0421B7}"/>
              </a:ext>
            </a:extLst>
          </p:cNvPr>
          <p:cNvSpPr>
            <a:spLocks noGrp="1"/>
          </p:cNvSpPr>
          <p:nvPr>
            <p:ph idx="1"/>
          </p:nvPr>
        </p:nvSpPr>
        <p:spPr/>
        <p:txBody>
          <a:bodyPr/>
          <a:lstStyle/>
          <a:p>
            <a:r>
              <a:t>variable</a:t>
            </a:r>
          </a:p>
          <a:p>
            <a:r>
              <a:t>Condicional</a:t>
            </a:r>
          </a:p>
          <a:p>
            <a:r>
              <a:t>Bucle</a:t>
            </a:r>
          </a:p>
          <a:p>
            <a:r>
              <a:t>matriz</a:t>
            </a:r>
          </a:p>
          <a:p>
            <a:r>
              <a:t>Función</a:t>
            </a:r>
          </a:p>
        </p:txBody>
      </p:sp>
    </p:spTree>
    <p:extLst>
      <p:ext uri="{BB962C8B-B14F-4D97-AF65-F5344CB8AC3E}">
        <p14:creationId xmlns:p14="http://schemas.microsoft.com/office/powerpoint/2010/main" val="2933591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E258DB-986C-BAE1-FAD5-3736F7CFEA64}"/>
              </a:ext>
            </a:extLst>
          </p:cNvPr>
          <p:cNvSpPr>
            <a:spLocks noGrp="1"/>
          </p:cNvSpPr>
          <p:nvPr>
            <p:ph type="title"/>
          </p:nvPr>
        </p:nvSpPr>
        <p:spPr/>
        <p:txBody>
          <a:bodyPr/>
          <a:lstStyle/>
          <a:p>
            <a:r>
              <a:t>Listas vs Detalle</a:t>
            </a:r>
          </a:p>
        </p:txBody>
      </p:sp>
      <p:sp>
        <p:nvSpPr>
          <p:cNvPr id="6" name="Content Placeholder 5">
            <a:extLst>
              <a:ext uri="{FF2B5EF4-FFF2-40B4-BE49-F238E27FC236}">
                <a16:creationId xmlns:a16="http://schemas.microsoft.com/office/drawing/2014/main" id="{35E26005-BA98-13D5-6D4E-6A7AC84DB86F}"/>
              </a:ext>
            </a:extLst>
          </p:cNvPr>
          <p:cNvSpPr>
            <a:spLocks noGrp="1"/>
          </p:cNvSpPr>
          <p:nvPr>
            <p:ph idx="1"/>
          </p:nvPr>
        </p:nvSpPr>
        <p:spPr/>
        <p:txBody>
          <a:bodyPr/>
          <a:lstStyle/>
          <a:p>
            <a:r>
              <a:t>Evite demasiados elementos.</a:t>
            </a:r>
          </a:p>
          <a:p>
            <a:r>
              <a:t>Simplemente explique algunos elementos.</a:t>
            </a:r>
          </a:p>
          <a:p>
            <a:r>
              <a:t>La memoria de la audiencia es limitada, así que trate de explicar bien algunas cosas.</a:t>
            </a:r>
          </a:p>
        </p:txBody>
      </p:sp>
    </p:spTree>
    <p:extLst>
      <p:ext uri="{BB962C8B-B14F-4D97-AF65-F5344CB8AC3E}">
        <p14:creationId xmlns:p14="http://schemas.microsoft.com/office/powerpoint/2010/main" val="2004779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CF4FE-8923-4C95-01C9-738B02F2EA14}"/>
              </a:ext>
            </a:extLst>
          </p:cNvPr>
          <p:cNvSpPr>
            <a:spLocks noGrp="1"/>
          </p:cNvSpPr>
          <p:nvPr>
            <p:ph type="title"/>
          </p:nvPr>
        </p:nvSpPr>
        <p:spPr/>
        <p:txBody>
          <a:bodyPr/>
          <a:lstStyle/>
          <a:p>
            <a:r>
              <a:t>Listas vs Detalle</a:t>
            </a:r>
          </a:p>
        </p:txBody>
      </p:sp>
      <p:sp>
        <p:nvSpPr>
          <p:cNvPr id="4" name="Content Placeholder 3">
            <a:extLst>
              <a:ext uri="{FF2B5EF4-FFF2-40B4-BE49-F238E27FC236}">
                <a16:creationId xmlns:a16="http://schemas.microsoft.com/office/drawing/2014/main" id="{162063A5-8938-CA35-B96B-ED5457A109C6}"/>
              </a:ext>
            </a:extLst>
          </p:cNvPr>
          <p:cNvSpPr>
            <a:spLocks noGrp="1"/>
          </p:cNvSpPr>
          <p:nvPr>
            <p:ph sz="half" idx="1"/>
          </p:nvPr>
        </p:nvSpPr>
        <p:spPr/>
        <p:txBody>
          <a:bodyPr>
            <a:normAutofit fontScale="70000" lnSpcReduction="20000"/>
          </a:bodyPr>
          <a:lstStyle/>
          <a:p>
            <a:r>
              <a:t>Orden de selección</a:t>
            </a:r>
          </a:p>
          <a:p>
            <a:r>
              <a:t>Orden de inserción</a:t>
            </a:r>
          </a:p>
          <a:p>
            <a:r>
              <a:t>Ordenar burbujas</a:t>
            </a:r>
          </a:p>
          <a:p>
            <a:r>
              <a:t>Combinar ordenar</a:t>
            </a:r>
          </a:p>
          <a:p>
            <a:r>
              <a:t>Ordenación rápida</a:t>
            </a:r>
          </a:p>
          <a:p>
            <a:r>
              <a:t>Ordenación por base</a:t>
            </a:r>
          </a:p>
          <a:p>
            <a:r>
              <a:t>Ordenar contando</a:t>
            </a:r>
          </a:p>
          <a:p>
            <a:r>
              <a:t>Ordenar montón</a:t>
            </a:r>
          </a:p>
          <a:p>
            <a:r>
              <a:t>Ordenar árbol</a:t>
            </a:r>
          </a:p>
          <a:p>
            <a:r>
              <a:t>BogoOrdenar</a:t>
            </a:r>
          </a:p>
        </p:txBody>
      </p:sp>
      <p:sp>
        <p:nvSpPr>
          <p:cNvPr id="5" name="Content Placeholder 4">
            <a:extLst>
              <a:ext uri="{FF2B5EF4-FFF2-40B4-BE49-F238E27FC236}">
                <a16:creationId xmlns:a16="http://schemas.microsoft.com/office/drawing/2014/main" id="{A9A874B9-090A-1610-1848-496E3E5548C8}"/>
              </a:ext>
            </a:extLst>
          </p:cNvPr>
          <p:cNvSpPr>
            <a:spLocks noGrp="1"/>
          </p:cNvSpPr>
          <p:nvPr>
            <p:ph sz="half" idx="2"/>
          </p:nvPr>
        </p:nvSpPr>
        <p:spPr/>
        <p:txBody>
          <a:bodyPr>
            <a:normAutofit fontScale="70000" lnSpcReduction="20000"/>
          </a:bodyPr>
          <a:lstStyle/>
          <a:p>
            <a:r>
              <a:t>Clasificación de burbujas: intercambie elementos fuera de lugar hasta que todos los elementos estén ordenados.</a:t>
            </a:r>
          </a:p>
          <a:p>
            <a:r>
              <a:t>Orden de selección: busque el más pequeño y colóquelo al principio, luego el segundo más pequeño y colóquelo en la segunda ranura, y así sucesivamente.</a:t>
            </a:r>
          </a:p>
          <a:p>
            <a:r>
              <a:t>Clasificación por inserción: coloque el elemento 0 en la posición correcta, coloque el elemento 1 en la posición correcta y así sucesivamente.</a:t>
            </a:r>
          </a:p>
        </p:txBody>
      </p:sp>
    </p:spTree>
    <p:extLst>
      <p:ext uri="{BB962C8B-B14F-4D97-AF65-F5344CB8AC3E}">
        <p14:creationId xmlns:p14="http://schemas.microsoft.com/office/powerpoint/2010/main" val="2186094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535E3-0705-2A48-6D36-7FB0B8CA30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8CCB39-21D1-CD72-8934-BD3599FD6BC6}"/>
              </a:ext>
            </a:extLst>
          </p:cNvPr>
          <p:cNvSpPr>
            <a:spLocks noGrp="1"/>
          </p:cNvSpPr>
          <p:nvPr>
            <p:ph type="title"/>
          </p:nvPr>
        </p:nvSpPr>
        <p:spPr/>
        <p:txBody>
          <a:bodyPr/>
          <a:lstStyle/>
          <a:p>
            <a:r>
              <a:t>Ejemplo: términos de programación (explicación)</a:t>
            </a:r>
          </a:p>
        </p:txBody>
      </p:sp>
      <p:sp>
        <p:nvSpPr>
          <p:cNvPr id="3" name="Content Placeholder 2">
            <a:extLst>
              <a:ext uri="{FF2B5EF4-FFF2-40B4-BE49-F238E27FC236}">
                <a16:creationId xmlns:a16="http://schemas.microsoft.com/office/drawing/2014/main" id="{C64C053C-406F-1866-65A9-B2A826A88987}"/>
              </a:ext>
            </a:extLst>
          </p:cNvPr>
          <p:cNvSpPr>
            <a:spLocks noGrp="1"/>
          </p:cNvSpPr>
          <p:nvPr>
            <p:ph idx="1"/>
          </p:nvPr>
        </p:nvSpPr>
        <p:spPr/>
        <p:txBody>
          <a:bodyPr/>
          <a:lstStyle/>
          <a:p>
            <a:r>
              <a:t>Variable: un valor que se puede configurar o acceder.</a:t>
            </a:r>
          </a:p>
          <a:p>
            <a:r>
              <a:t>Condicional: una forma de hacer que el código solo se ejecute cuando se cumple una determinada condición.</a:t>
            </a:r>
          </a:p>
          <a:p>
            <a:r>
              <a:t>Bucle: una forma de repetir código hasta que se cumpla una determinada condición.</a:t>
            </a:r>
          </a:p>
          <a:p>
            <a:r>
              <a:t>Matriz: una serie de valores a los que se puede acceder juntos </a:t>
            </a:r>
          </a:p>
          <a:p>
            <a:r>
              <a:t>Función: una forma de acceder al código desde cualquier lugar de un programa.</a:t>
            </a:r>
          </a:p>
        </p:txBody>
      </p:sp>
    </p:spTree>
    <p:extLst>
      <p:ext uri="{BB962C8B-B14F-4D97-AF65-F5344CB8AC3E}">
        <p14:creationId xmlns:p14="http://schemas.microsoft.com/office/powerpoint/2010/main" val="1379116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1EBFF-1D4C-8EEE-FA05-95DAC69756CD}"/>
              </a:ext>
            </a:extLst>
          </p:cNvPr>
          <p:cNvSpPr>
            <a:spLocks noGrp="1"/>
          </p:cNvSpPr>
          <p:nvPr>
            <p:ph type="title"/>
          </p:nvPr>
        </p:nvSpPr>
        <p:spPr/>
        <p:txBody>
          <a:bodyPr/>
          <a:lstStyle/>
          <a:p>
            <a:r>
              <a:t>Solo omita términos si su audiencia los conoce.</a:t>
            </a:r>
          </a:p>
        </p:txBody>
      </p:sp>
      <p:sp>
        <p:nvSpPr>
          <p:cNvPr id="3" name="Content Placeholder 2">
            <a:extLst>
              <a:ext uri="{FF2B5EF4-FFF2-40B4-BE49-F238E27FC236}">
                <a16:creationId xmlns:a16="http://schemas.microsoft.com/office/drawing/2014/main" id="{95402715-4DE7-B94F-B4A0-FEDEE8FC953B}"/>
              </a:ext>
            </a:extLst>
          </p:cNvPr>
          <p:cNvSpPr>
            <a:spLocks noGrp="1"/>
          </p:cNvSpPr>
          <p:nvPr>
            <p:ph idx="1"/>
          </p:nvPr>
        </p:nvSpPr>
        <p:spPr/>
        <p:txBody>
          <a:bodyPr>
            <a:normAutofit fontScale="92500" lnSpcReduction="10000"/>
          </a:bodyPr>
          <a:lstStyle/>
          <a:p>
            <a:r>
              <a:t>Es posible que su audiencia conozca términos relacionados con su tema. Omita explicar esos términos para ahorrar tiempo y mantener la atención de la audiencia.</a:t>
            </a:r>
          </a:p>
          <a:p>
            <a:r>
              <a:t>No expliques babor y estribor (navegación por izquierda y derecha) en una convención de navegación.</a:t>
            </a:r>
          </a:p>
          <a:p>
            <a:r>
              <a:t>Esto es evidente para cualquiera que haya subido a un barco.</a:t>
            </a:r>
          </a:p>
          <a:p>
            <a:r>
              <a:t>Explique la navegación celeste (encontrar su posición utilizando estrellas y planetas) a una audiencia habitual.</a:t>
            </a:r>
          </a:p>
          <a:p>
            <a:r>
              <a:t>Esta técnica puede resultar más clara para el público general. Es probable que una convención de navegación sepa qué es la navegación celeste.</a:t>
            </a:r>
          </a:p>
          <a:p>
            <a:r>
              <a:t>Explique la trasluchada de un spinnaker (cambiar la dirección de un barco mientras navega a favor del viento) a una convención de navegación y a una audiencia habitual.</a:t>
            </a:r>
          </a:p>
          <a:p>
            <a:r>
              <a:t>Esta técnica puede aclararse más para una convención de navegación y para el público en general.</a:t>
            </a:r>
          </a:p>
        </p:txBody>
      </p:sp>
    </p:spTree>
    <p:extLst>
      <p:ext uri="{BB962C8B-B14F-4D97-AF65-F5344CB8AC3E}">
        <p14:creationId xmlns:p14="http://schemas.microsoft.com/office/powerpoint/2010/main" val="687770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3A83C-04CB-B8F6-FE9D-82A742A9379A}"/>
              </a:ext>
            </a:extLst>
          </p:cNvPr>
          <p:cNvSpPr>
            <a:spLocks noGrp="1"/>
          </p:cNvSpPr>
          <p:nvPr>
            <p:ph type="title"/>
          </p:nvPr>
        </p:nvSpPr>
        <p:spPr/>
        <p:txBody>
          <a:bodyPr/>
          <a:lstStyle/>
          <a:p>
            <a:r>
              <a:t>Elija fuentes que comprenda y que se ajusten a su audiencia</a:t>
            </a:r>
          </a:p>
        </p:txBody>
      </p:sp>
      <p:sp>
        <p:nvSpPr>
          <p:cNvPr id="3" name="Content Placeholder 2">
            <a:extLst>
              <a:ext uri="{FF2B5EF4-FFF2-40B4-BE49-F238E27FC236}">
                <a16:creationId xmlns:a16="http://schemas.microsoft.com/office/drawing/2014/main" id="{5882E542-7423-20EE-5AE9-2E34E6488EAC}"/>
              </a:ext>
            </a:extLst>
          </p:cNvPr>
          <p:cNvSpPr>
            <a:spLocks noGrp="1"/>
          </p:cNvSpPr>
          <p:nvPr>
            <p:ph idx="1"/>
          </p:nvPr>
        </p:nvSpPr>
        <p:spPr/>
        <p:txBody>
          <a:bodyPr/>
          <a:lstStyle/>
          <a:p>
            <a:r>
              <a:t>Necesitas entender de qué estás hablando.</a:t>
            </a:r>
          </a:p>
          <a:p>
            <a:r>
              <a:t>Tu audiencia necesita entender de qué estás hablando.</a:t>
            </a:r>
          </a:p>
          <a:p>
            <a:r>
              <a:t>Si utiliza recursos que son demasiado complicados, </a:t>
            </a:r>
          </a:p>
          <a:p>
            <a:r>
              <a:t>Puede que no entiendas lo que escribiste</a:t>
            </a:r>
          </a:p>
          <a:p>
            <a:r>
              <a:t>Es posible que su audiencia no comprenda sus ideas.</a:t>
            </a:r>
          </a:p>
          <a:p>
            <a:r>
              <a:t>Comprueba si entiendes la introducción. Si la introducción le confunde, probablemente tendrá problemas con el resto del artículo.</a:t>
            </a:r>
          </a:p>
        </p:txBody>
      </p:sp>
    </p:spTree>
    <p:extLst>
      <p:ext uri="{BB962C8B-B14F-4D97-AF65-F5344CB8AC3E}">
        <p14:creationId xmlns:p14="http://schemas.microsoft.com/office/powerpoint/2010/main" val="4130800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50D92-CB9B-80C8-F909-611EEE426A9A}"/>
              </a:ext>
            </a:extLst>
          </p:cNvPr>
          <p:cNvSpPr>
            <a:spLocks noGrp="1"/>
          </p:cNvSpPr>
          <p:nvPr>
            <p:ph type="title"/>
          </p:nvPr>
        </p:nvSpPr>
        <p:spPr/>
        <p:txBody>
          <a:bodyPr/>
          <a:lstStyle/>
          <a:p>
            <a:r>
              <a:t>Ejemplo de nivel de recurso</a:t>
            </a:r>
          </a:p>
        </p:txBody>
      </p:sp>
      <p:sp>
        <p:nvSpPr>
          <p:cNvPr id="3" name="Text Placeholder 2">
            <a:extLst>
              <a:ext uri="{FF2B5EF4-FFF2-40B4-BE49-F238E27FC236}">
                <a16:creationId xmlns:a16="http://schemas.microsoft.com/office/drawing/2014/main" id="{A63AF9BF-6D25-FBAA-3B00-14FCF24EEBA8}"/>
              </a:ext>
            </a:extLst>
          </p:cNvPr>
          <p:cNvSpPr>
            <a:spLocks noGrp="1"/>
          </p:cNvSpPr>
          <p:nvPr>
            <p:ph type="body" idx="1"/>
          </p:nvPr>
        </p:nvSpPr>
        <p:spPr/>
        <p:txBody>
          <a:bodyPr>
            <a:normAutofit/>
          </a:bodyPr>
          <a:lstStyle/>
          <a:p>
            <a:r>
              <a:t>Demasiado complicado (Artículo de investigación científica) [1]</a:t>
            </a:r>
          </a:p>
        </p:txBody>
      </p:sp>
      <p:sp>
        <p:nvSpPr>
          <p:cNvPr id="4" name="Content Placeholder 3">
            <a:extLst>
              <a:ext uri="{FF2B5EF4-FFF2-40B4-BE49-F238E27FC236}">
                <a16:creationId xmlns:a16="http://schemas.microsoft.com/office/drawing/2014/main" id="{2C091D4C-C995-A8E3-0F91-D6B79A9FEAC1}"/>
              </a:ext>
            </a:extLst>
          </p:cNvPr>
          <p:cNvSpPr>
            <a:spLocks noGrp="1"/>
          </p:cNvSpPr>
          <p:nvPr>
            <p:ph sz="half" idx="2"/>
          </p:nvPr>
        </p:nvSpPr>
        <p:spPr/>
        <p:txBody>
          <a:bodyPr>
            <a:normAutofit fontScale="55000" lnSpcReduction="20000"/>
          </a:bodyPr>
          <a:lstStyle/>
          <a:p>
            <a:r>
              <a:t>Un gran y creciente conjunto de evidencia sugiere que la actividad física (AF) puede ser prometedora terapéutica en el tratamiento de los trastornos de salud mental. La mayor parte de la evidencia que vincula la AF con los resultados de salud mental se ha centrado en los efectos del entrenamiento con ejercicios aeróbicos sobre la depresión, aunque un creciente conjunto de trabajos respalda la eficacia de los paradigmas de ejercicios aeróbicos y de resistencia en el tratamiento de la ansiedad y el trastorno de estrés postraumático. A pesar de la abundante evidencia que vincula la AF y la salud mental, el uso del entrenamiento con ejercicios como tratamiento de salud mental sigue siendo limitado debido a tres fuentes importantes de incertidumbre: (a) grandes diferencias individuales en respuesta al tratamiento con ejercicios dentro de múltiples dominios de salud mental; (b) la importancia crítica de la participación sostenida de la AP, no siempre lograda, para el beneficio terapéutico; y (c) desacuerdo con respecto a la importancia relativa de supuestos mecanismos terapéuticos</a:t>
            </a:r>
          </a:p>
        </p:txBody>
      </p:sp>
      <p:sp>
        <p:nvSpPr>
          <p:cNvPr id="5" name="Text Placeholder 4">
            <a:extLst>
              <a:ext uri="{FF2B5EF4-FFF2-40B4-BE49-F238E27FC236}">
                <a16:creationId xmlns:a16="http://schemas.microsoft.com/office/drawing/2014/main" id="{1953D81E-6099-6CCD-809C-8D7C1C45D43C}"/>
              </a:ext>
            </a:extLst>
          </p:cNvPr>
          <p:cNvSpPr>
            <a:spLocks noGrp="1"/>
          </p:cNvSpPr>
          <p:nvPr>
            <p:ph type="body" sz="quarter" idx="3"/>
          </p:nvPr>
        </p:nvSpPr>
        <p:spPr/>
        <p:txBody>
          <a:bodyPr>
            <a:normAutofit/>
          </a:bodyPr>
          <a:lstStyle/>
          <a:p>
            <a:r>
              <a:t>Just Right (artículo para público general) [2]</a:t>
            </a:r>
          </a:p>
        </p:txBody>
      </p:sp>
      <p:sp>
        <p:nvSpPr>
          <p:cNvPr id="6" name="Content Placeholder 5">
            <a:extLst>
              <a:ext uri="{FF2B5EF4-FFF2-40B4-BE49-F238E27FC236}">
                <a16:creationId xmlns:a16="http://schemas.microsoft.com/office/drawing/2014/main" id="{975B3BD6-C008-F695-F408-65001BAE89FC}"/>
              </a:ext>
            </a:extLst>
          </p:cNvPr>
          <p:cNvSpPr>
            <a:spLocks noGrp="1"/>
          </p:cNvSpPr>
          <p:nvPr>
            <p:ph sz="quarter" idx="4"/>
          </p:nvPr>
        </p:nvSpPr>
        <p:spPr/>
        <p:txBody>
          <a:bodyPr>
            <a:normAutofit fontScale="55000" lnSpcReduction="20000"/>
          </a:bodyPr>
          <a:lstStyle/>
          <a:p>
            <a:r>
              <a:t>Cuando usted tiene depresión o ansiedad, el ejercicio a menudo parece ser lo último que desea hacer. Pero una vez que comienzas y continúas, el ejercicio puede marcar una gran diferencia.</a:t>
            </a:r>
          </a:p>
          <a:p/>
          <a:p>
            <a:r>
              <a:t>El ejercicio ayuda a prevenir y mejorar muchos problemas de salud, como la presión arterial alta, la diabetes y la artritis. Las investigaciones sobre la depresión, la ansiedad y el ejercicio muestran que los beneficios físicos y para la salud mental del ejercicio también pueden ayudar a mejorar el estado de ánimo y disminuir la ansiedad.</a:t>
            </a:r>
          </a:p>
        </p:txBody>
      </p:sp>
    </p:spTree>
    <p:extLst>
      <p:ext uri="{BB962C8B-B14F-4D97-AF65-F5344CB8AC3E}">
        <p14:creationId xmlns:p14="http://schemas.microsoft.com/office/powerpoint/2010/main" val="3854260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AF97F-F6D1-1AA0-F5C3-650B1B182039}"/>
              </a:ext>
            </a:extLst>
          </p:cNvPr>
          <p:cNvSpPr>
            <a:spLocks noGrp="1"/>
          </p:cNvSpPr>
          <p:nvPr>
            <p:ph type="title"/>
          </p:nvPr>
        </p:nvSpPr>
        <p:spPr/>
        <p:txBody>
          <a:bodyPr/>
          <a:lstStyle/>
          <a:p>
            <a:r>
              <a:t>Proporcionar suficientes detalles</a:t>
            </a:r>
          </a:p>
        </p:txBody>
      </p:sp>
      <p:sp>
        <p:nvSpPr>
          <p:cNvPr id="3" name="Content Placeholder 2">
            <a:extLst>
              <a:ext uri="{FF2B5EF4-FFF2-40B4-BE49-F238E27FC236}">
                <a16:creationId xmlns:a16="http://schemas.microsoft.com/office/drawing/2014/main" id="{BF27F0AC-B6F8-8D85-DF8F-8194FA5F257C}"/>
              </a:ext>
            </a:extLst>
          </p:cNvPr>
          <p:cNvSpPr>
            <a:spLocks noGrp="1"/>
          </p:cNvSpPr>
          <p:nvPr>
            <p:ph idx="1"/>
          </p:nvPr>
        </p:nvSpPr>
        <p:spPr/>
        <p:txBody>
          <a:bodyPr/>
          <a:lstStyle/>
          <a:p>
            <a:r>
              <a:t>Su información debe ser lo suficientemente detallada para su audiencia.</a:t>
            </a:r>
          </a:p>
          <a:p>
            <a:r>
              <a:t>Demasiados o muy pocos detalles hacen que sus argumentos sean menos persuasivos y menos claros.</a:t>
            </a:r>
          </a:p>
          <a:p>
            <a:r>
              <a:t>Demasiado simple- aburrido</a:t>
            </a:r>
          </a:p>
          <a:p>
            <a:r>
              <a:t>Demasiado complicado- confuso</a:t>
            </a:r>
          </a:p>
        </p:txBody>
      </p:sp>
    </p:spTree>
    <p:extLst>
      <p:ext uri="{BB962C8B-B14F-4D97-AF65-F5344CB8AC3E}">
        <p14:creationId xmlns:p14="http://schemas.microsoft.com/office/powerpoint/2010/main" val="285940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168A5-9D9B-190B-4608-33690F1EB730}"/>
              </a:ext>
            </a:extLst>
          </p:cNvPr>
          <p:cNvSpPr>
            <a:spLocks noGrp="1"/>
          </p:cNvSpPr>
          <p:nvPr>
            <p:ph type="title"/>
          </p:nvPr>
        </p:nvSpPr>
        <p:spPr/>
        <p:txBody>
          <a:bodyPr/>
          <a:lstStyle/>
          <a:p>
            <a:r>
              <a:t>Gravedad demasiado simple versus demasiado compleja para estudiantes de secundaria [3]</a:t>
            </a:r>
          </a:p>
        </p:txBody>
      </p:sp>
      <p:sp>
        <p:nvSpPr>
          <p:cNvPr id="3" name="Text Placeholder 2">
            <a:extLst>
              <a:ext uri="{FF2B5EF4-FFF2-40B4-BE49-F238E27FC236}">
                <a16:creationId xmlns:a16="http://schemas.microsoft.com/office/drawing/2014/main" id="{47664BB9-2ABA-A480-EC48-F90F220A9638}"/>
              </a:ext>
            </a:extLst>
          </p:cNvPr>
          <p:cNvSpPr>
            <a:spLocks noGrp="1"/>
          </p:cNvSpPr>
          <p:nvPr>
            <p:ph type="body" idx="1"/>
          </p:nvPr>
        </p:nvSpPr>
        <p:spPr/>
        <p:txBody>
          <a:bodyPr/>
          <a:lstStyle/>
          <a:p>
            <a:r>
              <a:t>demasiado simple</a:t>
            </a:r>
          </a:p>
        </p:txBody>
      </p:sp>
      <p:sp>
        <p:nvSpPr>
          <p:cNvPr id="4" name="Content Placeholder 3">
            <a:extLst>
              <a:ext uri="{FF2B5EF4-FFF2-40B4-BE49-F238E27FC236}">
                <a16:creationId xmlns:a16="http://schemas.microsoft.com/office/drawing/2014/main" id="{3E7213D7-7A2C-C2ED-82C4-AC2F30310E9F}"/>
              </a:ext>
            </a:extLst>
          </p:cNvPr>
          <p:cNvSpPr>
            <a:spLocks noGrp="1"/>
          </p:cNvSpPr>
          <p:nvPr>
            <p:ph sz="half" idx="2"/>
          </p:nvPr>
        </p:nvSpPr>
        <p:spPr/>
        <p:txBody>
          <a:bodyPr>
            <a:normAutofit fontScale="62500" lnSpcReduction="20000"/>
          </a:bodyPr>
          <a:lstStyle/>
          <a:p>
            <a:r>
              <a:t>La gravedad es la razón por la que las cosas caen. Todo en la Tierra tiene gravedad, desde los pájaros hasta las personas.</a:t>
            </a:r>
          </a:p>
          <a:p>
            <a:r>
              <a:t>Si arrojas algo hacia arriba, caerá debido a la gravedad.</a:t>
            </a:r>
          </a:p>
        </p:txBody>
      </p:sp>
      <p:sp>
        <p:nvSpPr>
          <p:cNvPr id="5" name="Text Placeholder 4">
            <a:extLst>
              <a:ext uri="{FF2B5EF4-FFF2-40B4-BE49-F238E27FC236}">
                <a16:creationId xmlns:a16="http://schemas.microsoft.com/office/drawing/2014/main" id="{8CB42E38-A65F-3C53-4339-96E93E1BF533}"/>
              </a:ext>
            </a:extLst>
          </p:cNvPr>
          <p:cNvSpPr>
            <a:spLocks noGrp="1"/>
          </p:cNvSpPr>
          <p:nvPr>
            <p:ph type="body" sz="quarter" idx="3"/>
          </p:nvPr>
        </p:nvSpPr>
        <p:spPr/>
        <p:txBody>
          <a:bodyPr/>
          <a:lstStyle/>
          <a:p>
            <a:r>
              <a:t>Demasiado complejo</a:t>
            </a:r>
          </a:p>
        </p:txBody>
      </p:sp>
      <p:sp>
        <p:nvSpPr>
          <p:cNvPr id="6" name="Content Placeholder 5">
            <a:extLst>
              <a:ext uri="{FF2B5EF4-FFF2-40B4-BE49-F238E27FC236}">
                <a16:creationId xmlns:a16="http://schemas.microsoft.com/office/drawing/2014/main" id="{57EDBC53-0F55-E011-B261-33D4D90CF2BD}"/>
              </a:ext>
            </a:extLst>
          </p:cNvPr>
          <p:cNvSpPr>
            <a:spLocks noGrp="1"/>
          </p:cNvSpPr>
          <p:nvPr>
            <p:ph sz="quarter" idx="4"/>
          </p:nvPr>
        </p:nvSpPr>
        <p:spPr/>
        <p:txBody>
          <a:bodyPr>
            <a:normAutofit fontScale="62500" lnSpcReduction="20000"/>
          </a:bodyPr>
          <a:lstStyle/>
          <a:p>
            <a:r>
              <a:t>En física, la gravedad (del latín gravitas 'peso'[1]) es una interacción fundamental que se observa principalmente como atracción mutua entre todas las cosas que tienen masa. La gravedad es, con diferencia, la más débil de las cuatro interacciones fundamentales, aproximadamente 1038 veces más débil que la interacción fuerte, 1036 veces más débil que la fuerza electromagnética y 1029 veces más débil que la interacción débil. Como resultado, no tiene ninguna influencia significativa a nivel de partículas subatómicas.[2] Sin embargo, la gravedad es la interacción más importante entre objetos a escala macroscópica y determina el movimiento de planetas, estrellas, galaxias e incluso la luz.</a:t>
            </a:r>
          </a:p>
        </p:txBody>
      </p:sp>
    </p:spTree>
    <p:extLst>
      <p:ext uri="{BB962C8B-B14F-4D97-AF65-F5344CB8AC3E}">
        <p14:creationId xmlns:p14="http://schemas.microsoft.com/office/powerpoint/2010/main" val="819829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1A4ED27-5D82-C779-94C5-62D4956C2C7C}"/>
              </a:ext>
            </a:extLst>
          </p:cNvPr>
          <p:cNvSpPr>
            <a:spLocks noGrp="1"/>
          </p:cNvSpPr>
          <p:nvPr>
            <p:ph type="title"/>
          </p:nvPr>
        </p:nvSpPr>
        <p:spPr/>
        <p:txBody>
          <a:bodyPr/>
          <a:lstStyle/>
          <a:p>
            <a:r>
              <a:t>Gravedad para estudiantes de secundaria [4]</a:t>
            </a:r>
          </a:p>
        </p:txBody>
      </p:sp>
      <p:sp>
        <p:nvSpPr>
          <p:cNvPr id="8" name="Content Placeholder 7">
            <a:extLst>
              <a:ext uri="{FF2B5EF4-FFF2-40B4-BE49-F238E27FC236}">
                <a16:creationId xmlns:a16="http://schemas.microsoft.com/office/drawing/2014/main" id="{48047FAF-E010-6D5B-15A4-708151C55255}"/>
              </a:ext>
            </a:extLst>
          </p:cNvPr>
          <p:cNvSpPr>
            <a:spLocks noGrp="1"/>
          </p:cNvSpPr>
          <p:nvPr>
            <p:ph idx="1"/>
          </p:nvPr>
        </p:nvSpPr>
        <p:spPr/>
        <p:txBody>
          <a:bodyPr>
            <a:normAutofit fontScale="85000" lnSpcReduction="20000"/>
          </a:bodyPr>
          <a:lstStyle/>
          <a:p>
            <a:r>
              <a:t>La gravedad es la fuerza que un objeto atrae a otros objetos hacia su centro. </a:t>
            </a:r>
          </a:p>
          <a:p>
            <a:r>
              <a:t>La gravedad atrae los objetos en la Tierra hacia abajo.</a:t>
            </a:r>
          </a:p>
          <a:p>
            <a:r>
              <a:t>La gravedad también hace que los planetas orbiten alrededor del sol.</a:t>
            </a:r>
          </a:p>
          <a:p>
            <a:r>
              <a:t>Cuanto mayor es la masa de un objeto, más fuerte es su fuerza gravitacional.</a:t>
            </a:r>
          </a:p>
          <a:p>
            <a:r>
              <a:t>Esto significa que las personas caen hacia la Tierra, pero la Tierra no cae hacia ellos.</a:t>
            </a:r>
          </a:p>
          <a:p>
            <a:r>
              <a:t>Esta es la razón por la que la Luna gira alrededor de la Tierra en lugar de que la Tierra dé vueltas alrededor de la Luna.</a:t>
            </a:r>
          </a:p>
          <a:p>
            <a:r>
              <a:t>Cuanto más cerca estén dos objetos, más fuerte será la gravedad entre ellos.</a:t>
            </a:r>
          </a:p>
          <a:p>
            <a:r>
              <a:t>La gravedad de los astronautas en la Luna se ve afectada principalmente por la Luna y no por la Tierra, ya que están en la Luna y lejos de la Tierra.</a:t>
            </a:r>
          </a:p>
          <a:p>
            <a:r>
              <a:t>La Luna tiene mucha menos masa que la Tierra, por lo que allí la gravedad es más débil. Es por eso que la gente en la luna aparece flotando en los videos.</a:t>
            </a:r>
          </a:p>
        </p:txBody>
      </p:sp>
    </p:spTree>
    <p:extLst>
      <p:ext uri="{BB962C8B-B14F-4D97-AF65-F5344CB8AC3E}">
        <p14:creationId xmlns:p14="http://schemas.microsoft.com/office/powerpoint/2010/main" val="2291004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9ACE6-A160-9F7A-6FEC-0783F1667E67}"/>
              </a:ext>
            </a:extLst>
          </p:cNvPr>
          <p:cNvSpPr>
            <a:spLocks noGrp="1"/>
          </p:cNvSpPr>
          <p:nvPr>
            <p:ph type="title"/>
          </p:nvPr>
        </p:nvSpPr>
        <p:spPr/>
        <p:txBody>
          <a:bodyPr/>
          <a:lstStyle/>
          <a:p>
            <a:r>
              <a:t>Frases, no párrafos [5]</a:t>
            </a:r>
          </a:p>
        </p:txBody>
      </p:sp>
      <p:sp>
        <p:nvSpPr>
          <p:cNvPr id="3" name="Content Placeholder 2">
            <a:extLst>
              <a:ext uri="{FF2B5EF4-FFF2-40B4-BE49-F238E27FC236}">
                <a16:creationId xmlns:a16="http://schemas.microsoft.com/office/drawing/2014/main" id="{186B4696-0F5F-5432-5A70-627C85538CEA}"/>
              </a:ext>
            </a:extLst>
          </p:cNvPr>
          <p:cNvSpPr>
            <a:spLocks noGrp="1"/>
          </p:cNvSpPr>
          <p:nvPr>
            <p:ph idx="1"/>
          </p:nvPr>
        </p:nvSpPr>
        <p:spPr/>
        <p:txBody>
          <a:bodyPr/>
          <a:lstStyle/>
          <a:p>
            <a:r>
              <a:t>No escribas todo en diapositivas.</a:t>
            </a:r>
          </a:p>
          <a:p>
            <a:r>
              <a:t>La gente encuentra los párrafos difíciles.</a:t>
            </a:r>
          </a:p>
          <a:p/>
          <a:p>
            <a:r>
              <a:t>El texto debe resumir.</a:t>
            </a:r>
          </a:p>
          <a:p>
            <a:r>
              <a:t>La gente puede recordar frases más fácilmente que párrafos completos.</a:t>
            </a:r>
          </a:p>
        </p:txBody>
      </p:sp>
    </p:spTree>
    <p:extLst>
      <p:ext uri="{BB962C8B-B14F-4D97-AF65-F5344CB8AC3E}">
        <p14:creationId xmlns:p14="http://schemas.microsoft.com/office/powerpoint/2010/main" val="1727004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92CA0-D9B5-B9C4-D943-F659E8E72992}"/>
              </a:ext>
            </a:extLst>
          </p:cNvPr>
          <p:cNvSpPr>
            <a:spLocks noGrp="1"/>
          </p:cNvSpPr>
          <p:nvPr>
            <p:ph type="title"/>
          </p:nvPr>
        </p:nvSpPr>
        <p:spPr>
          <a:xfrm>
            <a:off x="1610953" y="951573"/>
            <a:ext cx="9605635" cy="1059305"/>
          </a:xfrm>
        </p:spPr>
        <p:txBody>
          <a:bodyPr/>
          <a:lstStyle/>
          <a:p>
            <a:r>
              <a:t>Ordenación por inserción [6]</a:t>
            </a:r>
          </a:p>
        </p:txBody>
      </p:sp>
      <p:sp>
        <p:nvSpPr>
          <p:cNvPr id="3" name="Content Placeholder 2">
            <a:extLst>
              <a:ext uri="{FF2B5EF4-FFF2-40B4-BE49-F238E27FC236}">
                <a16:creationId xmlns:a16="http://schemas.microsoft.com/office/drawing/2014/main" id="{B3B27E51-C756-6D76-E653-546D7DC6650A}"/>
              </a:ext>
            </a:extLst>
          </p:cNvPr>
          <p:cNvSpPr>
            <a:spLocks noGrp="1"/>
          </p:cNvSpPr>
          <p:nvPr>
            <p:ph sz="half" idx="1"/>
          </p:nvPr>
        </p:nvSpPr>
        <p:spPr/>
        <p:txBody>
          <a:bodyPr>
            <a:noAutofit/>
          </a:bodyPr>
          <a:lstStyle/>
          <a:p>
            <a:r>
              <a:t>Versión poco clara</a:t>
            </a:r>
          </a:p>
          <a:p>
            <a:r>
              <a:t>La ordenación por inserción se repite, consume un elemento de entrada en cada repetición y genera una lista de salida ordenada. En cada iteración, la ordenación por inserción elimina un elemento de los datos de entrada, encuentra la ubicación a la que pertenece dentro de la lista ordenada y lo inserta allí. Se repite hasta que no queden elementos de entrada.</a:t>
            </a:r>
          </a:p>
          <a:p>
            <a:r>
              <a:t>La clasificación generalmente se realiza en el lugar, iterando la matriz y haciendo crecer la lista ordenada detrás de ella. En cada posición de la matriz, compara el valor allí con el valor más grande en la lista ordenada (que se encuentra al lado de él, en la posición de la matriz anterior marcada). Si es más grande, deja el elemento en su lugar y pasa al siguiente. Si es más pequeño, encuentra la posición correcta dentro de la lista ordenada, desplaza todos los valores más grandes hacia arriba para crear un espacio y los inserta en esa posición correcta.</a:t>
            </a:r>
          </a:p>
        </p:txBody>
      </p:sp>
      <p:graphicFrame>
        <p:nvGraphicFramePr>
          <p:cNvPr id="7" name="Content Placeholder 6">
            <a:extLst>
              <a:ext uri="{FF2B5EF4-FFF2-40B4-BE49-F238E27FC236}">
                <a16:creationId xmlns:a16="http://schemas.microsoft.com/office/drawing/2014/main" id="{D72AB83A-30EA-44FD-F83D-7A9B2C1C7A47}"/>
              </a:ext>
            </a:extLst>
          </p:cNvPr>
          <p:cNvGraphicFramePr>
            <a:graphicFrameLocks noGrp="1"/>
          </p:cNvGraphicFramePr>
          <p:nvPr>
            <p:ph sz="half" idx="2"/>
            <p:extLst>
              <p:ext uri="{D42A27DB-BD31-4B8C-83A1-F6EECF244321}">
                <p14:modId xmlns:p14="http://schemas.microsoft.com/office/powerpoint/2010/main" val="2272149698"/>
              </p:ext>
            </p:extLst>
          </p:nvPr>
        </p:nvGraphicFramePr>
        <p:xfrm>
          <a:off x="6413771" y="2798064"/>
          <a:ext cx="4645152" cy="1714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26" name="Picture 2">
            <a:extLst>
              <a:ext uri="{FF2B5EF4-FFF2-40B4-BE49-F238E27FC236}">
                <a16:creationId xmlns:a16="http://schemas.microsoft.com/office/drawing/2014/main" id="{C37BCEEA-6609-FD7E-DB33-B0278D62753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95099" y="4672583"/>
            <a:ext cx="2163718" cy="129823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B95541F-CEF8-2B1B-53D5-D9D90485B96E}"/>
              </a:ext>
            </a:extLst>
          </p:cNvPr>
          <p:cNvSpPr txBox="1"/>
          <p:nvPr/>
        </p:nvSpPr>
        <p:spPr>
          <a:xfrm>
            <a:off x="6413770" y="2176380"/>
            <a:ext cx="4645152" cy="461665"/>
          </a:xfrm>
          <a:prstGeom prst="rect">
            <a:avLst/>
          </a:prstGeom>
          <a:noFill/>
        </p:spPr>
        <p:txBody>
          <a:bodyPr wrap="square" rtlCol="0">
            <a:spAutoFit/>
          </a:bodyPr>
          <a:lstStyle/>
          <a:p>
            <a:r>
              <a:t>Borrar versión</a:t>
            </a:r>
          </a:p>
        </p:txBody>
      </p:sp>
    </p:spTree>
    <p:extLst>
      <p:ext uri="{BB962C8B-B14F-4D97-AF65-F5344CB8AC3E}">
        <p14:creationId xmlns:p14="http://schemas.microsoft.com/office/powerpoint/2010/main" val="3006462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EF4CF-439D-2919-5387-6A96DE19DC46}"/>
              </a:ext>
            </a:extLst>
          </p:cNvPr>
          <p:cNvSpPr>
            <a:spLocks noGrp="1"/>
          </p:cNvSpPr>
          <p:nvPr>
            <p:ph type="title"/>
          </p:nvPr>
        </p:nvSpPr>
        <p:spPr/>
        <p:txBody>
          <a:bodyPr/>
          <a:lstStyle/>
          <a:p>
            <a:r>
              <a:t>parte 2</a:t>
            </a:r>
          </a:p>
        </p:txBody>
      </p:sp>
      <p:sp>
        <p:nvSpPr>
          <p:cNvPr id="3" name="Text Placeholder 2">
            <a:extLst>
              <a:ext uri="{FF2B5EF4-FFF2-40B4-BE49-F238E27FC236}">
                <a16:creationId xmlns:a16="http://schemas.microsoft.com/office/drawing/2014/main" id="{32CD8E7A-929B-42A9-03FB-4E54B5DFC294}"/>
              </a:ext>
            </a:extLst>
          </p:cNvPr>
          <p:cNvSpPr>
            <a:spLocks noGrp="1"/>
          </p:cNvSpPr>
          <p:nvPr>
            <p:ph type="body" idx="1"/>
          </p:nvPr>
        </p:nvSpPr>
        <p:spPr/>
        <p:txBody>
          <a:bodyPr/>
          <a:lstStyle/>
          <a:p>
            <a:r>
              <a:t>Texto y fondos</a:t>
            </a:r>
          </a:p>
        </p:txBody>
      </p:sp>
    </p:spTree>
    <p:extLst>
      <p:ext uri="{BB962C8B-B14F-4D97-AF65-F5344CB8AC3E}">
        <p14:creationId xmlns:p14="http://schemas.microsoft.com/office/powerpoint/2010/main" val="784135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78171-6944-A005-FBBD-8FC2F830972C}"/>
              </a:ext>
            </a:extLst>
          </p:cNvPr>
          <p:cNvSpPr>
            <a:spLocks noGrp="1"/>
          </p:cNvSpPr>
          <p:nvPr>
            <p:ph type="title"/>
          </p:nvPr>
        </p:nvSpPr>
        <p:spPr/>
        <p:txBody>
          <a:bodyPr/>
          <a:lstStyle/>
          <a:p>
            <a:r>
              <a:t>Fuentes pobres [7]</a:t>
            </a:r>
          </a:p>
        </p:txBody>
      </p:sp>
      <p:sp>
        <p:nvSpPr>
          <p:cNvPr id="3" name="Content Placeholder 2">
            <a:extLst>
              <a:ext uri="{FF2B5EF4-FFF2-40B4-BE49-F238E27FC236}">
                <a16:creationId xmlns:a16="http://schemas.microsoft.com/office/drawing/2014/main" id="{AE623749-0EC5-1E55-47CA-81A3D026FA7E}"/>
              </a:ext>
            </a:extLst>
          </p:cNvPr>
          <p:cNvSpPr>
            <a:spLocks noGrp="1"/>
          </p:cNvSpPr>
          <p:nvPr>
            <p:ph idx="1"/>
          </p:nvPr>
        </p:nvSpPr>
        <p:spPr/>
        <p:txBody>
          <a:bodyPr/>
          <a:lstStyle/>
          <a:p>
            <a:r>
              <a:t>Las buenas fuentes son útiles</a:t>
            </a:r>
          </a:p>
          <a:p>
            <a:r>
              <a:t>Las fuentes deficientes distraen</a:t>
            </a:r>
          </a:p>
          <a:p>
            <a:r>
              <a:t>Puedes ser temático, pero no demasiado tonto.</a:t>
            </a:r>
          </a:p>
        </p:txBody>
      </p:sp>
    </p:spTree>
    <p:extLst>
      <p:ext uri="{BB962C8B-B14F-4D97-AF65-F5344CB8AC3E}">
        <p14:creationId xmlns:p14="http://schemas.microsoft.com/office/powerpoint/2010/main" val="3513705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5622E-9506-8F68-8B20-4A9C8F00C65E}"/>
              </a:ext>
            </a:extLst>
          </p:cNvPr>
          <p:cNvSpPr>
            <a:spLocks noGrp="1"/>
          </p:cNvSpPr>
          <p:nvPr>
            <p:ph type="title"/>
          </p:nvPr>
        </p:nvSpPr>
        <p:spPr/>
        <p:txBody>
          <a:bodyPr/>
          <a:lstStyle/>
          <a:p>
            <a:r>
              <a:t>Divertido, pero no para presentaciones formales.</a:t>
            </a:r>
          </a:p>
        </p:txBody>
      </p:sp>
      <p:sp>
        <p:nvSpPr>
          <p:cNvPr id="4" name="Text Placeholder 3">
            <a:extLst>
              <a:ext uri="{FF2B5EF4-FFF2-40B4-BE49-F238E27FC236}">
                <a16:creationId xmlns:a16="http://schemas.microsoft.com/office/drawing/2014/main" id="{B8B17F12-97AF-3631-507B-8B6AAFDF57AF}"/>
              </a:ext>
            </a:extLst>
          </p:cNvPr>
          <p:cNvSpPr>
            <a:spLocks noGrp="1"/>
          </p:cNvSpPr>
          <p:nvPr>
            <p:ph type="body" idx="1"/>
          </p:nvPr>
        </p:nvSpPr>
        <p:spPr/>
        <p:txBody>
          <a:bodyPr>
            <a:normAutofit fontScale="70000" lnSpcReduction="20000"/>
          </a:bodyPr>
          <a:lstStyle/>
          <a:p>
            <a:r>
              <a:t>sin</a:t>
            </a:r>
          </a:p>
          <a:p>
            <a:r>
              <a:t>Demasiado vago e informal</a:t>
            </a:r>
          </a:p>
        </p:txBody>
      </p:sp>
      <p:pic>
        <p:nvPicPr>
          <p:cNvPr id="5" name="Content Placeholder 4" descr="Graphical user interface&#10;&#10;Description automatically generated">
            <a:extLst>
              <a:ext uri="{FF2B5EF4-FFF2-40B4-BE49-F238E27FC236}">
                <a16:creationId xmlns:a16="http://schemas.microsoft.com/office/drawing/2014/main" id="{E80647AA-B03D-696A-9842-C3B9B32CE47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251021" y="2980559"/>
            <a:ext cx="4645025" cy="2612826"/>
          </a:xfrm>
        </p:spPr>
      </p:pic>
      <p:sp>
        <p:nvSpPr>
          <p:cNvPr id="6" name="Text Placeholder 5">
            <a:extLst>
              <a:ext uri="{FF2B5EF4-FFF2-40B4-BE49-F238E27FC236}">
                <a16:creationId xmlns:a16="http://schemas.microsoft.com/office/drawing/2014/main" id="{2158267E-EBA8-9781-F8B4-D1BDDA7D3F34}"/>
              </a:ext>
            </a:extLst>
          </p:cNvPr>
          <p:cNvSpPr>
            <a:spLocks noGrp="1"/>
          </p:cNvSpPr>
          <p:nvPr>
            <p:ph type="body" sz="quarter" idx="3"/>
          </p:nvPr>
        </p:nvSpPr>
        <p:spPr/>
        <p:txBody>
          <a:bodyPr>
            <a:normAutofit fontScale="70000" lnSpcReduction="20000"/>
          </a:bodyPr>
          <a:lstStyle/>
          <a:p>
            <a:r>
              <a:t>papiro</a:t>
            </a:r>
          </a:p>
          <a:p>
            <a:r>
              <a:t>Demasiado estilizado y poco práctico.</a:t>
            </a:r>
          </a:p>
        </p:txBody>
      </p:sp>
      <p:sp>
        <p:nvSpPr>
          <p:cNvPr id="7" name="Content Placeholder 6">
            <a:extLst>
              <a:ext uri="{FF2B5EF4-FFF2-40B4-BE49-F238E27FC236}">
                <a16:creationId xmlns:a16="http://schemas.microsoft.com/office/drawing/2014/main" id="{03FAA71E-73B1-15D9-A6A3-EEA84F6D6F9E}"/>
              </a:ext>
            </a:extLst>
          </p:cNvPr>
          <p:cNvSpPr>
            <a:spLocks noGrp="1"/>
          </p:cNvSpPr>
          <p:nvPr>
            <p:ph sz="quarter" idx="4"/>
          </p:nvPr>
        </p:nvSpPr>
        <p:spPr/>
        <p:txBody>
          <a:bodyPr/>
          <a:lstStyle/>
          <a:p/>
        </p:txBody>
      </p:sp>
      <p:pic>
        <p:nvPicPr>
          <p:cNvPr id="9" name="Picture 8" descr="Graphical user interface&#10;&#10;Description automatically generated with low confidence">
            <a:extLst>
              <a:ext uri="{FF2B5EF4-FFF2-40B4-BE49-F238E27FC236}">
                <a16:creationId xmlns:a16="http://schemas.microsoft.com/office/drawing/2014/main" id="{BCBEE54B-E99D-CEA1-53C8-8DE18A94A4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6958" y="2997716"/>
            <a:ext cx="4584022" cy="2578512"/>
          </a:xfrm>
          <a:prstGeom prst="rect">
            <a:avLst/>
          </a:prstGeom>
        </p:spPr>
      </p:pic>
    </p:spTree>
    <p:extLst>
      <p:ext uri="{BB962C8B-B14F-4D97-AF65-F5344CB8AC3E}">
        <p14:creationId xmlns:p14="http://schemas.microsoft.com/office/powerpoint/2010/main" val="1177944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2BF52-1B9F-D643-1CF2-A6A19C509616}"/>
              </a:ext>
            </a:extLst>
          </p:cNvPr>
          <p:cNvSpPr>
            <a:spLocks noGrp="1"/>
          </p:cNvSpPr>
          <p:nvPr>
            <p:ph type="title"/>
          </p:nvPr>
        </p:nvSpPr>
        <p:spPr/>
        <p:txBody>
          <a:bodyPr/>
          <a:lstStyle/>
          <a:p>
            <a:r>
              <a:t>fuentes útiles y geniales [8]</a:t>
            </a:r>
          </a:p>
        </p:txBody>
      </p:sp>
      <p:sp>
        <p:nvSpPr>
          <p:cNvPr id="3" name="Content Placeholder 2">
            <a:extLst>
              <a:ext uri="{FF2B5EF4-FFF2-40B4-BE49-F238E27FC236}">
                <a16:creationId xmlns:a16="http://schemas.microsoft.com/office/drawing/2014/main" id="{4C20011C-47B0-F65A-4E5C-D6698CB7F126}"/>
              </a:ext>
            </a:extLst>
          </p:cNvPr>
          <p:cNvSpPr>
            <a:spLocks noGrp="1"/>
          </p:cNvSpPr>
          <p:nvPr>
            <p:ph idx="1"/>
          </p:nvPr>
        </p:nvSpPr>
        <p:spPr/>
        <p:txBody>
          <a:bodyPr/>
          <a:lstStyle/>
          <a:p>
            <a:r>
              <a:t>Roboto: profesional y utilizable con otras fuentes</a:t>
            </a:r>
          </a:p>
          <a:p>
            <a:r>
              <a:t>Raleway: elegante pero legible</a:t>
            </a:r>
          </a:p>
          <a:p>
            <a:r>
              <a:t>Bentham: tradicional, pero legible.</a:t>
            </a:r>
          </a:p>
          <a:p>
            <a:r>
              <a:t>Poppins: divertido, pero profesional.</a:t>
            </a:r>
          </a:p>
          <a:p/>
          <a:p>
            <a:r>
              <a:t>Intente utilizar Google Fonts para encontrar otras fuentes útiles.</a:t>
            </a:r>
          </a:p>
        </p:txBody>
      </p:sp>
    </p:spTree>
    <p:extLst>
      <p:ext uri="{BB962C8B-B14F-4D97-AF65-F5344CB8AC3E}">
        <p14:creationId xmlns:p14="http://schemas.microsoft.com/office/powerpoint/2010/main" val="31908003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B525B-D70D-BCB0-F0C6-A0CBB3D10F98}"/>
              </a:ext>
            </a:extLst>
          </p:cNvPr>
          <p:cNvSpPr>
            <a:spLocks noGrp="1"/>
          </p:cNvSpPr>
          <p:nvPr>
            <p:ph type="title"/>
          </p:nvPr>
        </p:nvSpPr>
        <p:spPr/>
        <p:txBody>
          <a:bodyPr/>
          <a:lstStyle/>
          <a:p>
            <a:r>
              <a:t>Sólo alto contraste</a:t>
            </a:r>
          </a:p>
        </p:txBody>
      </p:sp>
      <p:sp>
        <p:nvSpPr>
          <p:cNvPr id="3" name="Content Placeholder 2">
            <a:extLst>
              <a:ext uri="{FF2B5EF4-FFF2-40B4-BE49-F238E27FC236}">
                <a16:creationId xmlns:a16="http://schemas.microsoft.com/office/drawing/2014/main" id="{FCAD8628-1505-6E8E-418E-E985EA812969}"/>
              </a:ext>
            </a:extLst>
          </p:cNvPr>
          <p:cNvSpPr>
            <a:spLocks noGrp="1"/>
          </p:cNvSpPr>
          <p:nvPr>
            <p:ph idx="1"/>
          </p:nvPr>
        </p:nvSpPr>
        <p:spPr/>
        <p:txBody>
          <a:bodyPr/>
          <a:lstStyle/>
          <a:p>
            <a:r>
              <a:t>Microsoft le dice qué colores de fondo permitirán que su texto se destaque.</a:t>
            </a:r>
          </a:p>
          <a:p>
            <a:r>
              <a:t>Utilice la función de alto contraste únicamente para encontrar fácilmente colores de fondo útiles.</a:t>
            </a:r>
          </a:p>
        </p:txBody>
      </p:sp>
    </p:spTree>
    <p:extLst>
      <p:ext uri="{BB962C8B-B14F-4D97-AF65-F5344CB8AC3E}">
        <p14:creationId xmlns:p14="http://schemas.microsoft.com/office/powerpoint/2010/main" val="19269357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5AD0C-C720-282C-BB30-1D064432478D}"/>
              </a:ext>
            </a:extLst>
          </p:cNvPr>
          <p:cNvSpPr>
            <a:spLocks noGrp="1"/>
          </p:cNvSpPr>
          <p:nvPr>
            <p:ph type="title"/>
          </p:nvPr>
        </p:nvSpPr>
        <p:spPr/>
        <p:txBody>
          <a:bodyPr/>
          <a:lstStyle/>
          <a:p>
            <a:r>
              <a:t>parte 3</a:t>
            </a:r>
          </a:p>
        </p:txBody>
      </p:sp>
      <p:sp>
        <p:nvSpPr>
          <p:cNvPr id="3" name="Text Placeholder 2">
            <a:extLst>
              <a:ext uri="{FF2B5EF4-FFF2-40B4-BE49-F238E27FC236}">
                <a16:creationId xmlns:a16="http://schemas.microsoft.com/office/drawing/2014/main" id="{CC86CBC2-6DFE-7D1B-B57D-80D98B31207F}"/>
              </a:ext>
            </a:extLst>
          </p:cNvPr>
          <p:cNvSpPr>
            <a:spLocks noGrp="1"/>
          </p:cNvSpPr>
          <p:nvPr>
            <p:ph type="body" idx="1"/>
          </p:nvPr>
        </p:nvSpPr>
        <p:spPr/>
        <p:txBody>
          <a:bodyPr/>
          <a:lstStyle/>
          <a:p>
            <a:r>
              <a:t>Imágenes</a:t>
            </a:r>
          </a:p>
        </p:txBody>
      </p:sp>
    </p:spTree>
    <p:extLst>
      <p:ext uri="{BB962C8B-B14F-4D97-AF65-F5344CB8AC3E}">
        <p14:creationId xmlns:p14="http://schemas.microsoft.com/office/powerpoint/2010/main" val="29522522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977BB-A0EB-8337-4730-EC60A4D37DB1}"/>
              </a:ext>
            </a:extLst>
          </p:cNvPr>
          <p:cNvSpPr>
            <a:spLocks noGrp="1"/>
          </p:cNvSpPr>
          <p:nvPr>
            <p:ph type="title"/>
          </p:nvPr>
        </p:nvSpPr>
        <p:spPr/>
        <p:txBody>
          <a:bodyPr>
            <a:normAutofit/>
          </a:bodyPr>
          <a:lstStyle/>
          <a:p>
            <a:r>
              <a:t>Demasiados efectos [7]</a:t>
            </a:r>
          </a:p>
        </p:txBody>
      </p:sp>
      <p:graphicFrame>
        <p:nvGraphicFramePr>
          <p:cNvPr id="3" name="Diagram 2">
            <a:extLst>
              <a:ext uri="{FF2B5EF4-FFF2-40B4-BE49-F238E27FC236}">
                <a16:creationId xmlns:a16="http://schemas.microsoft.com/office/drawing/2014/main" id="{B490B7F3-1924-7841-520F-CD33EF9D1509}"/>
              </a:ext>
            </a:extLst>
          </p:cNvPr>
          <p:cNvGraphicFramePr/>
          <p:nvPr/>
        </p:nvGraphicFramePr>
        <p:xfrm>
          <a:off x="1444671" y="3205491"/>
          <a:ext cx="3275013" cy="22481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074" name="Picture 2">
            <a:extLst>
              <a:ext uri="{FF2B5EF4-FFF2-40B4-BE49-F238E27FC236}">
                <a16:creationId xmlns:a16="http://schemas.microsoft.com/office/drawing/2014/main" id="{1E3437CB-A12F-4D43-F9CE-B4D65C65243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19880" y="775422"/>
            <a:ext cx="4860137" cy="4860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86968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D23A4-95E4-61C0-18EE-987B8A6525CB}"/>
              </a:ext>
            </a:extLst>
          </p:cNvPr>
          <p:cNvSpPr>
            <a:spLocks noGrp="1"/>
          </p:cNvSpPr>
          <p:nvPr>
            <p:ph type="title"/>
          </p:nvPr>
        </p:nvSpPr>
        <p:spPr/>
        <p:txBody>
          <a:bodyPr/>
          <a:lstStyle/>
          <a:p>
            <a:r>
              <a:t>Bien</a:t>
            </a:r>
          </a:p>
        </p:txBody>
      </p:sp>
      <p:sp>
        <p:nvSpPr>
          <p:cNvPr id="4" name="Content Placeholder 3">
            <a:extLst>
              <a:ext uri="{FF2B5EF4-FFF2-40B4-BE49-F238E27FC236}">
                <a16:creationId xmlns:a16="http://schemas.microsoft.com/office/drawing/2014/main" id="{1DEDCC00-D681-EA5D-1BE3-04A87B21BEFA}"/>
              </a:ext>
            </a:extLst>
          </p:cNvPr>
          <p:cNvSpPr>
            <a:spLocks noGrp="1"/>
          </p:cNvSpPr>
          <p:nvPr>
            <p:ph idx="1"/>
          </p:nvPr>
        </p:nvSpPr>
        <p:spPr/>
        <p:txBody>
          <a:bodyPr>
            <a:normAutofit/>
          </a:bodyPr>
          <a:lstStyle/>
          <a:p>
            <a:r>
              <a:t>El cliente es muy importante, el cliente será seguido por el cliente.</a:t>
            </a:r>
          </a:p>
          <a:p>
            <a:r>
              <a:t>Para Mauris, el desencadenante será la fermentación.</a:t>
            </a:r>
          </a:p>
          <a:p>
            <a:r>
              <a:t>Duis sollicitudinum siempre provoca el fermento del valle.</a:t>
            </a:r>
          </a:p>
          <a:p>
            <a:r>
              <a:t>También invierte en un activo de bajo costo, no en el fabricante.</a:t>
            </a:r>
          </a:p>
        </p:txBody>
      </p:sp>
    </p:spTree>
    <p:extLst>
      <p:ext uri="{BB962C8B-B14F-4D97-AF65-F5344CB8AC3E}">
        <p14:creationId xmlns:p14="http://schemas.microsoft.com/office/powerpoint/2010/main" val="414933793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D23A4-95E4-61C0-18EE-987B8A6525CB}"/>
              </a:ext>
            </a:extLst>
          </p:cNvPr>
          <p:cNvSpPr>
            <a:spLocks noGrp="1"/>
          </p:cNvSpPr>
          <p:nvPr>
            <p:ph type="title"/>
          </p:nvPr>
        </p:nvSpPr>
        <p:spPr/>
        <p:txBody>
          <a:bodyPr/>
          <a:lstStyle/>
          <a:p>
            <a:r>
              <a:t>Bueno también</a:t>
            </a:r>
          </a:p>
        </p:txBody>
      </p:sp>
      <p:sp>
        <p:nvSpPr>
          <p:cNvPr id="4" name="Content Placeholder 3">
            <a:extLst>
              <a:ext uri="{FF2B5EF4-FFF2-40B4-BE49-F238E27FC236}">
                <a16:creationId xmlns:a16="http://schemas.microsoft.com/office/drawing/2014/main" id="{B0E8C05F-048A-33EF-7009-844032ADF315}"/>
              </a:ext>
            </a:extLst>
          </p:cNvPr>
          <p:cNvSpPr>
            <a:spLocks noGrp="1"/>
          </p:cNvSpPr>
          <p:nvPr>
            <p:ph idx="1"/>
          </p:nvPr>
        </p:nvSpPr>
        <p:spPr/>
        <p:txBody>
          <a:bodyPr/>
          <a:lstStyle/>
          <a:p>
            <a:r>
              <a:t>Es un juego suave en el mundo del fútbol.</a:t>
            </a:r>
          </a:p>
          <a:p>
            <a:r>
              <a:t>Pero el vulputate es a veces el torturador, el eget eleifend es el empleado.</a:t>
            </a:r>
          </a:p>
          <a:p>
            <a:r>
              <a:t>Algunas personas simplemente no quieren pagar el precio.</a:t>
            </a:r>
          </a:p>
        </p:txBody>
      </p:sp>
    </p:spTree>
    <p:extLst>
      <p:ext uri="{BB962C8B-B14F-4D97-AF65-F5344CB8AC3E}">
        <p14:creationId xmlns:p14="http://schemas.microsoft.com/office/powerpoint/2010/main" val="53583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D23A4-95E4-61C0-18EE-987B8A6525CB}"/>
              </a:ext>
            </a:extLst>
          </p:cNvPr>
          <p:cNvSpPr>
            <a:spLocks noGrp="1"/>
          </p:cNvSpPr>
          <p:nvPr>
            <p:ph type="title"/>
          </p:nvPr>
        </p:nvSpPr>
        <p:spPr/>
        <p:txBody>
          <a:bodyPr/>
          <a:lstStyle/>
          <a:p>
            <a:r>
              <a:t>Malo</a:t>
            </a:r>
          </a:p>
        </p:txBody>
      </p:sp>
      <p:sp>
        <p:nvSpPr>
          <p:cNvPr id="4" name="Content Placeholder 3">
            <a:extLst>
              <a:ext uri="{FF2B5EF4-FFF2-40B4-BE49-F238E27FC236}">
                <a16:creationId xmlns:a16="http://schemas.microsoft.com/office/drawing/2014/main" id="{4922B433-C7AE-99BC-5330-87D90E119FF3}"/>
              </a:ext>
            </a:extLst>
          </p:cNvPr>
          <p:cNvSpPr>
            <a:spLocks noGrp="1"/>
          </p:cNvSpPr>
          <p:nvPr>
            <p:ph idx="1"/>
          </p:nvPr>
        </p:nvSpPr>
        <p:spPr/>
        <p:txBody>
          <a:bodyPr>
            <a:normAutofit/>
          </a:bodyPr>
          <a:lstStyle/>
          <a:p>
            <a:r>
              <a:t>No hay tristeza para mí, ni para la garganta, y la pura proteína de las ultricias.</a:t>
            </a:r>
          </a:p>
          <a:p>
            <a:r>
              <a:t>Mecenas, el curso del curso y el momento de la necesidad, deberían ser propaganda bien dirigida.</a:t>
            </a:r>
          </a:p>
          <a:p>
            <a:r>
              <a:t>Viva facilisis nibh en elemento euismod.</a:t>
            </a:r>
          </a:p>
        </p:txBody>
      </p:sp>
    </p:spTree>
    <p:extLst>
      <p:ext uri="{BB962C8B-B14F-4D97-AF65-F5344CB8AC3E}">
        <p14:creationId xmlns:p14="http://schemas.microsoft.com/office/powerpoint/2010/main" val="36920736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D23A4-95E4-61C0-18EE-987B8A6525CB}"/>
              </a:ext>
            </a:extLst>
          </p:cNvPr>
          <p:cNvSpPr>
            <a:spLocks noGrp="1"/>
          </p:cNvSpPr>
          <p:nvPr>
            <p:ph type="title"/>
          </p:nvPr>
        </p:nvSpPr>
        <p:spPr/>
        <p:txBody>
          <a:bodyPr/>
          <a:lstStyle/>
          <a:p>
            <a:r>
              <a:t>Malo también</a:t>
            </a:r>
          </a:p>
        </p:txBody>
      </p:sp>
      <p:sp>
        <p:nvSpPr>
          <p:cNvPr id="4" name="Content Placeholder 3">
            <a:extLst>
              <a:ext uri="{FF2B5EF4-FFF2-40B4-BE49-F238E27FC236}">
                <a16:creationId xmlns:a16="http://schemas.microsoft.com/office/drawing/2014/main" id="{5616D77C-DB9C-7E5E-F088-96517A366443}"/>
              </a:ext>
            </a:extLst>
          </p:cNvPr>
          <p:cNvSpPr>
            <a:spLocks noGrp="1"/>
          </p:cNvSpPr>
          <p:nvPr>
            <p:ph idx="1"/>
          </p:nvPr>
        </p:nvSpPr>
        <p:spPr/>
        <p:txBody>
          <a:bodyPr/>
          <a:lstStyle/>
          <a:p>
            <a:r>
              <a:t>Se dice que es muy importante estar embarazada antes y después del embarazo.</a:t>
            </a:r>
          </a:p>
          <a:p>
            <a:r>
              <a:t>Odia los furgones y el gatillo.</a:t>
            </a:r>
          </a:p>
          <a:p>
            <a:r>
              <a:t>Mecenas o furgonetas sanitarias, es pura para los niños, es una cama porta.</a:t>
            </a:r>
          </a:p>
        </p:txBody>
      </p:sp>
    </p:spTree>
    <p:extLst>
      <p:ext uri="{BB962C8B-B14F-4D97-AF65-F5344CB8AC3E}">
        <p14:creationId xmlns:p14="http://schemas.microsoft.com/office/powerpoint/2010/main" val="22518162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D23A4-95E4-61C0-18EE-987B8A6525CB}"/>
              </a:ext>
            </a:extLst>
          </p:cNvPr>
          <p:cNvSpPr>
            <a:spLocks noGrp="1"/>
          </p:cNvSpPr>
          <p:nvPr>
            <p:ph type="title"/>
          </p:nvPr>
        </p:nvSpPr>
        <p:spPr/>
        <p:txBody>
          <a:bodyPr/>
          <a:lstStyle/>
          <a:p>
            <a:r>
              <a:t>El azar es realmente malo</a:t>
            </a:r>
          </a:p>
        </p:txBody>
      </p:sp>
      <p:sp>
        <p:nvSpPr>
          <p:cNvPr id="3" name="Text Placeholder 2">
            <a:extLst>
              <a:ext uri="{FF2B5EF4-FFF2-40B4-BE49-F238E27FC236}">
                <a16:creationId xmlns:a16="http://schemas.microsoft.com/office/drawing/2014/main" id="{4729AC83-1175-DAAF-722E-002FA9092536}"/>
              </a:ext>
            </a:extLst>
          </p:cNvPr>
          <p:cNvSpPr>
            <a:spLocks noGrp="1"/>
          </p:cNvSpPr>
          <p:nvPr>
            <p:ph idx="1"/>
          </p:nvPr>
        </p:nvSpPr>
        <p:spPr/>
        <p:txBody>
          <a:bodyPr/>
          <a:lstStyle/>
          <a:p>
            <a:r>
              <a:t>Random podría ser profesional.</a:t>
            </a:r>
          </a:p>
          <a:p>
            <a:r>
              <a:t>También podría ser poco profesional.</a:t>
            </a:r>
          </a:p>
          <a:p>
            <a:r>
              <a:t>No uses al azar.</a:t>
            </a:r>
          </a:p>
        </p:txBody>
      </p:sp>
    </p:spTree>
    <p:extLst>
      <p:ext uri="{BB962C8B-B14F-4D97-AF65-F5344CB8AC3E}">
        <p14:creationId xmlns:p14="http://schemas.microsoft.com/office/powerpoint/2010/main" val="267295337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EFAE2-D948-BD9C-B630-E35A4C12E56C}"/>
              </a:ext>
            </a:extLst>
          </p:cNvPr>
          <p:cNvSpPr>
            <a:spLocks noGrp="1"/>
          </p:cNvSpPr>
          <p:nvPr>
            <p:ph type="title"/>
          </p:nvPr>
        </p:nvSpPr>
        <p:spPr/>
        <p:txBody>
          <a:bodyPr/>
          <a:lstStyle/>
          <a:p>
            <a:r>
              <a:t>Malas opciones de color y buena elección de color [7]</a:t>
            </a:r>
          </a:p>
        </p:txBody>
      </p:sp>
      <p:graphicFrame>
        <p:nvGraphicFramePr>
          <p:cNvPr id="4" name="Table 4">
            <a:extLst>
              <a:ext uri="{FF2B5EF4-FFF2-40B4-BE49-F238E27FC236}">
                <a16:creationId xmlns:a16="http://schemas.microsoft.com/office/drawing/2014/main" id="{FE559591-CE17-7B8B-B2F4-441138CFEAE9}"/>
              </a:ext>
            </a:extLst>
          </p:cNvPr>
          <p:cNvGraphicFramePr>
            <a:graphicFrameLocks noGrp="1"/>
          </p:cNvGraphicFramePr>
          <p:nvPr>
            <p:extLst>
              <p:ext uri="{D42A27DB-BD31-4B8C-83A1-F6EECF244321}">
                <p14:modId xmlns:p14="http://schemas.microsoft.com/office/powerpoint/2010/main" val="1015375596"/>
              </p:ext>
            </p:extLst>
          </p:nvPr>
        </p:nvGraphicFramePr>
        <p:xfrm>
          <a:off x="754050" y="2056618"/>
          <a:ext cx="10998332" cy="3691494"/>
        </p:xfrm>
        <a:graphic>
          <a:graphicData uri="http://schemas.openxmlformats.org/drawingml/2006/table">
            <a:tbl>
              <a:tblPr firstRow="1" bandRow="1">
                <a:tableStyleId>{5C22544A-7EE6-4342-B048-85BDC9FD1C3A}</a:tableStyleId>
              </a:tblPr>
              <a:tblGrid>
                <a:gridCol w="2749583">
                  <a:extLst>
                    <a:ext uri="{9D8B030D-6E8A-4147-A177-3AD203B41FA5}">
                      <a16:colId xmlns:a16="http://schemas.microsoft.com/office/drawing/2014/main" val="768523680"/>
                    </a:ext>
                  </a:extLst>
                </a:gridCol>
                <a:gridCol w="2749583">
                  <a:extLst>
                    <a:ext uri="{9D8B030D-6E8A-4147-A177-3AD203B41FA5}">
                      <a16:colId xmlns:a16="http://schemas.microsoft.com/office/drawing/2014/main" val="44670885"/>
                    </a:ext>
                  </a:extLst>
                </a:gridCol>
                <a:gridCol w="2749583">
                  <a:extLst>
                    <a:ext uri="{9D8B030D-6E8A-4147-A177-3AD203B41FA5}">
                      <a16:colId xmlns:a16="http://schemas.microsoft.com/office/drawing/2014/main" val="228240281"/>
                    </a:ext>
                  </a:extLst>
                </a:gridCol>
                <a:gridCol w="2749583">
                  <a:extLst>
                    <a:ext uri="{9D8B030D-6E8A-4147-A177-3AD203B41FA5}">
                      <a16:colId xmlns:a16="http://schemas.microsoft.com/office/drawing/2014/main" val="242201788"/>
                    </a:ext>
                  </a:extLst>
                </a:gridCol>
              </a:tblGrid>
              <a:tr h="399199">
                <a:tc>
                  <a:txBody>
                    <a:bodyPr/>
                    <a:lstStyle/>
                    <a:p>
                      <a:r>
                        <a:rPr lang="en-US" dirty="0"/>
                        <a:t>Unfitting (Looks Angry)</a:t>
                      </a:r>
                    </a:p>
                  </a:txBody>
                  <a:tcPr/>
                </a:tc>
                <a:tc>
                  <a:txBody>
                    <a:bodyPr/>
                    <a:lstStyle/>
                    <a:p>
                      <a:r>
                        <a:rPr lang="en-US" dirty="0"/>
                        <a:t>Low Contrast (Hard to read. I tried this once)</a:t>
                      </a:r>
                    </a:p>
                  </a:txBody>
                  <a:tcPr/>
                </a:tc>
                <a:tc>
                  <a:txBody>
                    <a:bodyPr/>
                    <a:lstStyle/>
                    <a:p>
                      <a:r>
                        <a:rPr lang="en-US" dirty="0"/>
                        <a:t>Overly Simple</a:t>
                      </a:r>
                    </a:p>
                    <a:p>
                      <a:r>
                        <a:rPr lang="en-US" dirty="0"/>
                        <a:t>(Effective, but boring)</a:t>
                      </a:r>
                    </a:p>
                  </a:txBody>
                  <a:tcPr/>
                </a:tc>
                <a:tc>
                  <a:txBody>
                    <a:bodyPr/>
                    <a:lstStyle/>
                    <a:p>
                      <a:r>
                        <a:rPr lang="en-US" dirty="0"/>
                        <a:t>Good (Stands out and readable)</a:t>
                      </a:r>
                    </a:p>
                  </a:txBody>
                  <a:tcPr/>
                </a:tc>
                <a:extLst>
                  <a:ext uri="{0D108BD9-81ED-4DB2-BD59-A6C34878D82A}">
                    <a16:rowId xmlns:a16="http://schemas.microsoft.com/office/drawing/2014/main" val="1636507225"/>
                  </a:ext>
                </a:extLst>
              </a:tr>
              <a:tr h="3051414">
                <a:tc>
                  <a:txBody>
                    <a:bodyPr/>
                    <a:lstStyle/>
                    <a:p>
                      <a:r>
                        <a:rPr lang="en-US" sz="1800" b="0" i="0" kern="1200" dirty="0">
                          <a:solidFill>
                            <a:srgbClr val="FFFF00"/>
                          </a:solidFill>
                          <a:effectLst/>
                          <a:latin typeface="+mn-lt"/>
                          <a:ea typeface="+mn-ea"/>
                          <a:cs typeface="+mn-cs"/>
                        </a:rPr>
                        <a:t>Lorem ipsum dolor sit </a:t>
                      </a:r>
                      <a:r>
                        <a:rPr lang="en-US" sz="1800" b="0" i="0" kern="1200" dirty="0" err="1">
                          <a:solidFill>
                            <a:srgbClr val="FFFF00"/>
                          </a:solidFill>
                          <a:effectLst/>
                          <a:latin typeface="+mn-lt"/>
                          <a:ea typeface="+mn-ea"/>
                          <a:cs typeface="+mn-cs"/>
                        </a:rPr>
                        <a:t>amet</a:t>
                      </a:r>
                      <a:r>
                        <a:rPr lang="en-US" sz="1800" b="0" i="0" kern="1200" dirty="0">
                          <a:solidFill>
                            <a:srgbClr val="FFFF00"/>
                          </a:solidFill>
                          <a:effectLst/>
                          <a:latin typeface="+mn-lt"/>
                          <a:ea typeface="+mn-ea"/>
                          <a:cs typeface="+mn-cs"/>
                        </a:rPr>
                        <a:t>, </a:t>
                      </a:r>
                      <a:r>
                        <a:rPr lang="en-US" sz="1800" b="0" i="0" kern="1200" dirty="0" err="1">
                          <a:solidFill>
                            <a:srgbClr val="FFFF00"/>
                          </a:solidFill>
                          <a:effectLst/>
                          <a:latin typeface="+mn-lt"/>
                          <a:ea typeface="+mn-ea"/>
                          <a:cs typeface="+mn-cs"/>
                        </a:rPr>
                        <a:t>consectetur</a:t>
                      </a:r>
                      <a:r>
                        <a:rPr lang="en-US" sz="1800" b="0" i="0" kern="1200" dirty="0">
                          <a:solidFill>
                            <a:srgbClr val="FFFF00"/>
                          </a:solidFill>
                          <a:effectLst/>
                          <a:latin typeface="+mn-lt"/>
                          <a:ea typeface="+mn-ea"/>
                          <a:cs typeface="+mn-cs"/>
                        </a:rPr>
                        <a:t> </a:t>
                      </a:r>
                      <a:r>
                        <a:rPr lang="en-US" sz="1800" b="0" i="0" kern="1200" dirty="0" err="1">
                          <a:solidFill>
                            <a:srgbClr val="FFFF00"/>
                          </a:solidFill>
                          <a:effectLst/>
                          <a:latin typeface="+mn-lt"/>
                          <a:ea typeface="+mn-ea"/>
                          <a:cs typeface="+mn-cs"/>
                        </a:rPr>
                        <a:t>adipiscing</a:t>
                      </a:r>
                      <a:r>
                        <a:rPr lang="en-US" sz="1800" b="0" i="0" kern="1200" dirty="0">
                          <a:solidFill>
                            <a:srgbClr val="FFFF00"/>
                          </a:solidFill>
                          <a:effectLst/>
                          <a:latin typeface="+mn-lt"/>
                          <a:ea typeface="+mn-ea"/>
                          <a:cs typeface="+mn-cs"/>
                        </a:rPr>
                        <a:t> </a:t>
                      </a:r>
                      <a:r>
                        <a:rPr lang="en-US" sz="1800" b="0" i="0" kern="1200" dirty="0" err="1">
                          <a:solidFill>
                            <a:srgbClr val="FFFF00"/>
                          </a:solidFill>
                          <a:effectLst/>
                          <a:latin typeface="+mn-lt"/>
                          <a:ea typeface="+mn-ea"/>
                          <a:cs typeface="+mn-cs"/>
                        </a:rPr>
                        <a:t>elit</a:t>
                      </a:r>
                      <a:r>
                        <a:rPr lang="en-US" sz="1800" b="0" i="0" kern="1200" dirty="0">
                          <a:solidFill>
                            <a:srgbClr val="FFFF00"/>
                          </a:solidFill>
                          <a:effectLst/>
                          <a:latin typeface="+mn-lt"/>
                          <a:ea typeface="+mn-ea"/>
                          <a:cs typeface="+mn-cs"/>
                        </a:rPr>
                        <a:t>. Integer </a:t>
                      </a:r>
                      <a:r>
                        <a:rPr lang="en-US" sz="1800" b="0" i="0" kern="1200" dirty="0" err="1">
                          <a:solidFill>
                            <a:srgbClr val="FFFF00"/>
                          </a:solidFill>
                          <a:effectLst/>
                          <a:latin typeface="+mn-lt"/>
                          <a:ea typeface="+mn-ea"/>
                          <a:cs typeface="+mn-cs"/>
                        </a:rPr>
                        <a:t>placerat</a:t>
                      </a:r>
                      <a:r>
                        <a:rPr lang="en-US" sz="1800" b="0" i="0" kern="1200" dirty="0">
                          <a:solidFill>
                            <a:srgbClr val="FFFF00"/>
                          </a:solidFill>
                          <a:effectLst/>
                          <a:latin typeface="+mn-lt"/>
                          <a:ea typeface="+mn-ea"/>
                          <a:cs typeface="+mn-cs"/>
                        </a:rPr>
                        <a:t> </a:t>
                      </a:r>
                      <a:r>
                        <a:rPr lang="en-US" sz="1800" b="0" i="0" kern="1200" dirty="0" err="1">
                          <a:solidFill>
                            <a:srgbClr val="FFFF00"/>
                          </a:solidFill>
                          <a:effectLst/>
                          <a:latin typeface="+mn-lt"/>
                          <a:ea typeface="+mn-ea"/>
                          <a:cs typeface="+mn-cs"/>
                        </a:rPr>
                        <a:t>fringilla</a:t>
                      </a:r>
                      <a:r>
                        <a:rPr lang="en-US" sz="1800" b="0" i="0" kern="1200" dirty="0">
                          <a:solidFill>
                            <a:srgbClr val="FFFF00"/>
                          </a:solidFill>
                          <a:effectLst/>
                          <a:latin typeface="+mn-lt"/>
                          <a:ea typeface="+mn-ea"/>
                          <a:cs typeface="+mn-cs"/>
                        </a:rPr>
                        <a:t> lorem et </a:t>
                      </a:r>
                      <a:r>
                        <a:rPr lang="en-US" sz="1800" b="0" i="0" kern="1200" dirty="0" err="1">
                          <a:solidFill>
                            <a:srgbClr val="FFFF00"/>
                          </a:solidFill>
                          <a:effectLst/>
                          <a:latin typeface="+mn-lt"/>
                          <a:ea typeface="+mn-ea"/>
                          <a:cs typeface="+mn-cs"/>
                        </a:rPr>
                        <a:t>rutrum</a:t>
                      </a:r>
                      <a:r>
                        <a:rPr lang="en-US" sz="1800" b="0" i="0" kern="1200" dirty="0">
                          <a:solidFill>
                            <a:srgbClr val="FFFF00"/>
                          </a:solidFill>
                          <a:effectLst/>
                          <a:latin typeface="+mn-lt"/>
                          <a:ea typeface="+mn-ea"/>
                          <a:cs typeface="+mn-cs"/>
                        </a:rPr>
                        <a:t>. Nunc </a:t>
                      </a:r>
                      <a:r>
                        <a:rPr lang="en-US" sz="1800" b="0" i="0" kern="1200" dirty="0" err="1">
                          <a:solidFill>
                            <a:srgbClr val="FFFF00"/>
                          </a:solidFill>
                          <a:effectLst/>
                          <a:latin typeface="+mn-lt"/>
                          <a:ea typeface="+mn-ea"/>
                          <a:cs typeface="+mn-cs"/>
                        </a:rPr>
                        <a:t>suscipit</a:t>
                      </a:r>
                      <a:r>
                        <a:rPr lang="en-US" sz="1800" b="0" i="0" kern="1200" dirty="0">
                          <a:solidFill>
                            <a:srgbClr val="FFFF00"/>
                          </a:solidFill>
                          <a:effectLst/>
                          <a:latin typeface="+mn-lt"/>
                          <a:ea typeface="+mn-ea"/>
                          <a:cs typeface="+mn-cs"/>
                        </a:rPr>
                        <a:t> </a:t>
                      </a:r>
                      <a:r>
                        <a:rPr lang="en-US" sz="1800" b="0" i="0" kern="1200" dirty="0" err="1">
                          <a:solidFill>
                            <a:srgbClr val="FFFF00"/>
                          </a:solidFill>
                          <a:effectLst/>
                          <a:latin typeface="+mn-lt"/>
                          <a:ea typeface="+mn-ea"/>
                          <a:cs typeface="+mn-cs"/>
                        </a:rPr>
                        <a:t>euismod</a:t>
                      </a:r>
                      <a:r>
                        <a:rPr lang="en-US" sz="1800" b="0" i="0" kern="1200" dirty="0">
                          <a:solidFill>
                            <a:srgbClr val="FFFF00"/>
                          </a:solidFill>
                          <a:effectLst/>
                          <a:latin typeface="+mn-lt"/>
                          <a:ea typeface="+mn-ea"/>
                          <a:cs typeface="+mn-cs"/>
                        </a:rPr>
                        <a:t> magna, sit </a:t>
                      </a:r>
                      <a:r>
                        <a:rPr lang="en-US" sz="1800" b="0" i="0" kern="1200" dirty="0" err="1">
                          <a:solidFill>
                            <a:srgbClr val="FFFF00"/>
                          </a:solidFill>
                          <a:effectLst/>
                          <a:latin typeface="+mn-lt"/>
                          <a:ea typeface="+mn-ea"/>
                          <a:cs typeface="+mn-cs"/>
                        </a:rPr>
                        <a:t>amet</a:t>
                      </a:r>
                      <a:r>
                        <a:rPr lang="en-US" sz="1800" b="0" i="0" kern="1200" dirty="0">
                          <a:solidFill>
                            <a:srgbClr val="FFFF00"/>
                          </a:solidFill>
                          <a:effectLst/>
                          <a:latin typeface="+mn-lt"/>
                          <a:ea typeface="+mn-ea"/>
                          <a:cs typeface="+mn-cs"/>
                        </a:rPr>
                        <a:t> </a:t>
                      </a:r>
                      <a:r>
                        <a:rPr lang="en-US" sz="1800" b="0" i="0" kern="1200" dirty="0" err="1">
                          <a:solidFill>
                            <a:srgbClr val="FFFF00"/>
                          </a:solidFill>
                          <a:effectLst/>
                          <a:latin typeface="+mn-lt"/>
                          <a:ea typeface="+mn-ea"/>
                          <a:cs typeface="+mn-cs"/>
                        </a:rPr>
                        <a:t>posuere</a:t>
                      </a:r>
                      <a:r>
                        <a:rPr lang="en-US" sz="1800" b="0" i="0" kern="1200" dirty="0">
                          <a:solidFill>
                            <a:srgbClr val="FFFF00"/>
                          </a:solidFill>
                          <a:effectLst/>
                          <a:latin typeface="+mn-lt"/>
                          <a:ea typeface="+mn-ea"/>
                          <a:cs typeface="+mn-cs"/>
                        </a:rPr>
                        <a:t> </a:t>
                      </a:r>
                      <a:r>
                        <a:rPr lang="en-US" sz="1800" b="0" i="0" kern="1200" dirty="0" err="1">
                          <a:solidFill>
                            <a:srgbClr val="FFFF00"/>
                          </a:solidFill>
                          <a:effectLst/>
                          <a:latin typeface="+mn-lt"/>
                          <a:ea typeface="+mn-ea"/>
                          <a:cs typeface="+mn-cs"/>
                        </a:rPr>
                        <a:t>mauris</a:t>
                      </a:r>
                      <a:r>
                        <a:rPr lang="en-US" sz="1800" b="0" i="0" kern="1200" dirty="0">
                          <a:solidFill>
                            <a:srgbClr val="FFFF00"/>
                          </a:solidFill>
                          <a:effectLst/>
                          <a:latin typeface="+mn-lt"/>
                          <a:ea typeface="+mn-ea"/>
                          <a:cs typeface="+mn-cs"/>
                        </a:rPr>
                        <a:t> </a:t>
                      </a:r>
                      <a:r>
                        <a:rPr lang="en-US" sz="1800" b="0" i="0" kern="1200" dirty="0" err="1">
                          <a:solidFill>
                            <a:srgbClr val="FFFF00"/>
                          </a:solidFill>
                          <a:effectLst/>
                          <a:latin typeface="+mn-lt"/>
                          <a:ea typeface="+mn-ea"/>
                          <a:cs typeface="+mn-cs"/>
                        </a:rPr>
                        <a:t>viverra</a:t>
                      </a:r>
                      <a:r>
                        <a:rPr lang="en-US" sz="1800" b="0" i="0" kern="1200" dirty="0">
                          <a:solidFill>
                            <a:srgbClr val="FFFF00"/>
                          </a:solidFill>
                          <a:effectLst/>
                          <a:latin typeface="+mn-lt"/>
                          <a:ea typeface="+mn-ea"/>
                          <a:cs typeface="+mn-cs"/>
                        </a:rPr>
                        <a:t> </a:t>
                      </a:r>
                      <a:r>
                        <a:rPr lang="en-US" sz="1800" b="0" i="0" kern="1200" dirty="0" err="1">
                          <a:solidFill>
                            <a:srgbClr val="FFFF00"/>
                          </a:solidFill>
                          <a:effectLst/>
                          <a:latin typeface="+mn-lt"/>
                          <a:ea typeface="+mn-ea"/>
                          <a:cs typeface="+mn-cs"/>
                        </a:rPr>
                        <a:t>eu</a:t>
                      </a:r>
                      <a:r>
                        <a:rPr lang="en-US" sz="1800" b="0" i="0" kern="1200" dirty="0">
                          <a:solidFill>
                            <a:srgbClr val="FFFF00"/>
                          </a:solidFill>
                          <a:effectLst/>
                          <a:latin typeface="+mn-lt"/>
                          <a:ea typeface="+mn-ea"/>
                          <a:cs typeface="+mn-cs"/>
                        </a:rPr>
                        <a:t>. </a:t>
                      </a:r>
                      <a:r>
                        <a:rPr lang="en-US" sz="1800" b="0" i="0" kern="1200" dirty="0" err="1">
                          <a:solidFill>
                            <a:srgbClr val="FFFF00"/>
                          </a:solidFill>
                          <a:effectLst/>
                          <a:latin typeface="+mn-lt"/>
                          <a:ea typeface="+mn-ea"/>
                          <a:cs typeface="+mn-cs"/>
                        </a:rPr>
                        <a:t>Praesent</a:t>
                      </a:r>
                      <a:r>
                        <a:rPr lang="en-US" sz="1800" b="0" i="0" kern="1200" dirty="0">
                          <a:solidFill>
                            <a:srgbClr val="FFFF00"/>
                          </a:solidFill>
                          <a:effectLst/>
                          <a:latin typeface="+mn-lt"/>
                          <a:ea typeface="+mn-ea"/>
                          <a:cs typeface="+mn-cs"/>
                        </a:rPr>
                        <a:t>.</a:t>
                      </a:r>
                    </a:p>
                    <a:p>
                      <a:br>
                        <a:rPr lang="en-US" dirty="0"/>
                      </a:br>
                      <a:endParaRPr lang="en-US" dirty="0"/>
                    </a:p>
                  </a:txBody>
                  <a:tcPr>
                    <a:solidFill>
                      <a:srgbClr val="FF0000"/>
                    </a:solidFill>
                  </a:tcPr>
                </a:tc>
                <a:tc>
                  <a:txBody>
                    <a:bodyPr/>
                    <a:lstStyle/>
                    <a:p>
                      <a:r>
                        <a:rPr lang="en-US" sz="1800" b="0" i="0" kern="1200" dirty="0">
                          <a:solidFill>
                            <a:srgbClr val="D4F1F9"/>
                          </a:solidFill>
                          <a:effectLst/>
                          <a:latin typeface="+mn-lt"/>
                          <a:ea typeface="+mn-ea"/>
                          <a:cs typeface="+mn-cs"/>
                        </a:rPr>
                        <a:t>Lorem ipsum dolor sit </a:t>
                      </a:r>
                      <a:r>
                        <a:rPr lang="en-US" sz="1800" b="0" i="0" kern="1200" dirty="0" err="1">
                          <a:solidFill>
                            <a:srgbClr val="D4F1F9"/>
                          </a:solidFill>
                          <a:effectLst/>
                          <a:latin typeface="+mn-lt"/>
                          <a:ea typeface="+mn-ea"/>
                          <a:cs typeface="+mn-cs"/>
                        </a:rPr>
                        <a:t>amet</a:t>
                      </a:r>
                      <a:r>
                        <a:rPr lang="en-US" sz="1800" b="0" i="0" kern="1200" dirty="0">
                          <a:solidFill>
                            <a:srgbClr val="D4F1F9"/>
                          </a:solidFill>
                          <a:effectLst/>
                          <a:latin typeface="+mn-lt"/>
                          <a:ea typeface="+mn-ea"/>
                          <a:cs typeface="+mn-cs"/>
                        </a:rPr>
                        <a:t>, </a:t>
                      </a:r>
                      <a:r>
                        <a:rPr lang="en-US" sz="1800" b="0" i="0" kern="1200" dirty="0" err="1">
                          <a:solidFill>
                            <a:srgbClr val="D4F1F9"/>
                          </a:solidFill>
                          <a:effectLst/>
                          <a:latin typeface="+mn-lt"/>
                          <a:ea typeface="+mn-ea"/>
                          <a:cs typeface="+mn-cs"/>
                        </a:rPr>
                        <a:t>consectetur</a:t>
                      </a:r>
                      <a:r>
                        <a:rPr lang="en-US" sz="1800" b="0" i="0" kern="1200" dirty="0">
                          <a:solidFill>
                            <a:srgbClr val="D4F1F9"/>
                          </a:solidFill>
                          <a:effectLst/>
                          <a:latin typeface="+mn-lt"/>
                          <a:ea typeface="+mn-ea"/>
                          <a:cs typeface="+mn-cs"/>
                        </a:rPr>
                        <a:t> </a:t>
                      </a:r>
                      <a:r>
                        <a:rPr lang="en-US" sz="1800" b="0" i="0" kern="1200" dirty="0" err="1">
                          <a:solidFill>
                            <a:srgbClr val="D4F1F9"/>
                          </a:solidFill>
                          <a:effectLst/>
                          <a:latin typeface="+mn-lt"/>
                          <a:ea typeface="+mn-ea"/>
                          <a:cs typeface="+mn-cs"/>
                        </a:rPr>
                        <a:t>adipiscing</a:t>
                      </a:r>
                      <a:r>
                        <a:rPr lang="en-US" sz="1800" b="0" i="0" kern="1200" dirty="0">
                          <a:solidFill>
                            <a:srgbClr val="D4F1F9"/>
                          </a:solidFill>
                          <a:effectLst/>
                          <a:latin typeface="+mn-lt"/>
                          <a:ea typeface="+mn-ea"/>
                          <a:cs typeface="+mn-cs"/>
                        </a:rPr>
                        <a:t> </a:t>
                      </a:r>
                      <a:r>
                        <a:rPr lang="en-US" sz="1800" b="0" i="0" kern="1200" dirty="0" err="1">
                          <a:solidFill>
                            <a:srgbClr val="D4F1F9"/>
                          </a:solidFill>
                          <a:effectLst/>
                          <a:latin typeface="+mn-lt"/>
                          <a:ea typeface="+mn-ea"/>
                          <a:cs typeface="+mn-cs"/>
                        </a:rPr>
                        <a:t>elit</a:t>
                      </a:r>
                      <a:r>
                        <a:rPr lang="en-US" sz="1800" b="0" i="0" kern="1200" dirty="0">
                          <a:solidFill>
                            <a:srgbClr val="D4F1F9"/>
                          </a:solidFill>
                          <a:effectLst/>
                          <a:latin typeface="+mn-lt"/>
                          <a:ea typeface="+mn-ea"/>
                          <a:cs typeface="+mn-cs"/>
                        </a:rPr>
                        <a:t>. Integer </a:t>
                      </a:r>
                      <a:r>
                        <a:rPr lang="en-US" sz="1800" b="0" i="0" kern="1200" dirty="0" err="1">
                          <a:solidFill>
                            <a:srgbClr val="D4F1F9"/>
                          </a:solidFill>
                          <a:effectLst/>
                          <a:latin typeface="+mn-lt"/>
                          <a:ea typeface="+mn-ea"/>
                          <a:cs typeface="+mn-cs"/>
                        </a:rPr>
                        <a:t>placerat</a:t>
                      </a:r>
                      <a:r>
                        <a:rPr lang="en-US" sz="1800" b="0" i="0" kern="1200" dirty="0">
                          <a:solidFill>
                            <a:srgbClr val="D4F1F9"/>
                          </a:solidFill>
                          <a:effectLst/>
                          <a:latin typeface="+mn-lt"/>
                          <a:ea typeface="+mn-ea"/>
                          <a:cs typeface="+mn-cs"/>
                        </a:rPr>
                        <a:t> </a:t>
                      </a:r>
                      <a:r>
                        <a:rPr lang="en-US" sz="1800" b="0" i="0" kern="1200" dirty="0" err="1">
                          <a:solidFill>
                            <a:srgbClr val="D4F1F9"/>
                          </a:solidFill>
                          <a:effectLst/>
                          <a:latin typeface="+mn-lt"/>
                          <a:ea typeface="+mn-ea"/>
                          <a:cs typeface="+mn-cs"/>
                        </a:rPr>
                        <a:t>fringilla</a:t>
                      </a:r>
                      <a:r>
                        <a:rPr lang="en-US" sz="1800" b="0" i="0" kern="1200" dirty="0">
                          <a:solidFill>
                            <a:srgbClr val="D4F1F9"/>
                          </a:solidFill>
                          <a:effectLst/>
                          <a:latin typeface="+mn-lt"/>
                          <a:ea typeface="+mn-ea"/>
                          <a:cs typeface="+mn-cs"/>
                        </a:rPr>
                        <a:t> lorem et </a:t>
                      </a:r>
                      <a:r>
                        <a:rPr lang="en-US" sz="1800" b="0" i="0" kern="1200" dirty="0" err="1">
                          <a:solidFill>
                            <a:srgbClr val="D4F1F9"/>
                          </a:solidFill>
                          <a:effectLst/>
                          <a:latin typeface="+mn-lt"/>
                          <a:ea typeface="+mn-ea"/>
                          <a:cs typeface="+mn-cs"/>
                        </a:rPr>
                        <a:t>rutrum</a:t>
                      </a:r>
                      <a:r>
                        <a:rPr lang="en-US" sz="1800" b="0" i="0" kern="1200" dirty="0">
                          <a:solidFill>
                            <a:srgbClr val="D4F1F9"/>
                          </a:solidFill>
                          <a:effectLst/>
                          <a:latin typeface="+mn-lt"/>
                          <a:ea typeface="+mn-ea"/>
                          <a:cs typeface="+mn-cs"/>
                        </a:rPr>
                        <a:t>. Nunc </a:t>
                      </a:r>
                      <a:r>
                        <a:rPr lang="en-US" sz="1800" b="0" i="0" kern="1200" dirty="0" err="1">
                          <a:solidFill>
                            <a:srgbClr val="D4F1F9"/>
                          </a:solidFill>
                          <a:effectLst/>
                          <a:latin typeface="+mn-lt"/>
                          <a:ea typeface="+mn-ea"/>
                          <a:cs typeface="+mn-cs"/>
                        </a:rPr>
                        <a:t>suscipit</a:t>
                      </a:r>
                      <a:r>
                        <a:rPr lang="en-US" sz="1800" b="0" i="0" kern="1200" dirty="0">
                          <a:solidFill>
                            <a:srgbClr val="D4F1F9"/>
                          </a:solidFill>
                          <a:effectLst/>
                          <a:latin typeface="+mn-lt"/>
                          <a:ea typeface="+mn-ea"/>
                          <a:cs typeface="+mn-cs"/>
                        </a:rPr>
                        <a:t> </a:t>
                      </a:r>
                      <a:r>
                        <a:rPr lang="en-US" sz="1800" b="0" i="0" kern="1200" dirty="0" err="1">
                          <a:solidFill>
                            <a:srgbClr val="D4F1F9"/>
                          </a:solidFill>
                          <a:effectLst/>
                          <a:latin typeface="+mn-lt"/>
                          <a:ea typeface="+mn-ea"/>
                          <a:cs typeface="+mn-cs"/>
                        </a:rPr>
                        <a:t>euismod</a:t>
                      </a:r>
                      <a:r>
                        <a:rPr lang="en-US" sz="1800" b="0" i="0" kern="1200" dirty="0">
                          <a:solidFill>
                            <a:srgbClr val="D4F1F9"/>
                          </a:solidFill>
                          <a:effectLst/>
                          <a:latin typeface="+mn-lt"/>
                          <a:ea typeface="+mn-ea"/>
                          <a:cs typeface="+mn-cs"/>
                        </a:rPr>
                        <a:t> magna, sit </a:t>
                      </a:r>
                      <a:r>
                        <a:rPr lang="en-US" sz="1800" b="0" i="0" kern="1200" dirty="0" err="1">
                          <a:solidFill>
                            <a:srgbClr val="D4F1F9"/>
                          </a:solidFill>
                          <a:effectLst/>
                          <a:latin typeface="+mn-lt"/>
                          <a:ea typeface="+mn-ea"/>
                          <a:cs typeface="+mn-cs"/>
                        </a:rPr>
                        <a:t>amet</a:t>
                      </a:r>
                      <a:r>
                        <a:rPr lang="en-US" sz="1800" b="0" i="0" kern="1200" dirty="0">
                          <a:solidFill>
                            <a:srgbClr val="D4F1F9"/>
                          </a:solidFill>
                          <a:effectLst/>
                          <a:latin typeface="+mn-lt"/>
                          <a:ea typeface="+mn-ea"/>
                          <a:cs typeface="+mn-cs"/>
                        </a:rPr>
                        <a:t> </a:t>
                      </a:r>
                      <a:r>
                        <a:rPr lang="en-US" sz="1800" b="0" i="0" kern="1200" dirty="0" err="1">
                          <a:solidFill>
                            <a:srgbClr val="D4F1F9"/>
                          </a:solidFill>
                          <a:effectLst/>
                          <a:latin typeface="+mn-lt"/>
                          <a:ea typeface="+mn-ea"/>
                          <a:cs typeface="+mn-cs"/>
                        </a:rPr>
                        <a:t>posuere</a:t>
                      </a:r>
                      <a:r>
                        <a:rPr lang="en-US" sz="1800" b="0" i="0" kern="1200" dirty="0">
                          <a:solidFill>
                            <a:srgbClr val="D4F1F9"/>
                          </a:solidFill>
                          <a:effectLst/>
                          <a:latin typeface="+mn-lt"/>
                          <a:ea typeface="+mn-ea"/>
                          <a:cs typeface="+mn-cs"/>
                        </a:rPr>
                        <a:t> </a:t>
                      </a:r>
                      <a:r>
                        <a:rPr lang="en-US" sz="1800" b="0" i="0" kern="1200" dirty="0" err="1">
                          <a:solidFill>
                            <a:srgbClr val="D4F1F9"/>
                          </a:solidFill>
                          <a:effectLst/>
                          <a:latin typeface="+mn-lt"/>
                          <a:ea typeface="+mn-ea"/>
                          <a:cs typeface="+mn-cs"/>
                        </a:rPr>
                        <a:t>mauris</a:t>
                      </a:r>
                      <a:r>
                        <a:rPr lang="en-US" sz="1800" b="0" i="0" kern="1200" dirty="0">
                          <a:solidFill>
                            <a:srgbClr val="D4F1F9"/>
                          </a:solidFill>
                          <a:effectLst/>
                          <a:latin typeface="+mn-lt"/>
                          <a:ea typeface="+mn-ea"/>
                          <a:cs typeface="+mn-cs"/>
                        </a:rPr>
                        <a:t> </a:t>
                      </a:r>
                      <a:r>
                        <a:rPr lang="en-US" sz="1800" b="0" i="0" kern="1200" dirty="0" err="1">
                          <a:solidFill>
                            <a:srgbClr val="D4F1F9"/>
                          </a:solidFill>
                          <a:effectLst/>
                          <a:latin typeface="+mn-lt"/>
                          <a:ea typeface="+mn-ea"/>
                          <a:cs typeface="+mn-cs"/>
                        </a:rPr>
                        <a:t>viverra</a:t>
                      </a:r>
                      <a:r>
                        <a:rPr lang="en-US" sz="1800" b="0" i="0" kern="1200" dirty="0">
                          <a:solidFill>
                            <a:srgbClr val="D4F1F9"/>
                          </a:solidFill>
                          <a:effectLst/>
                          <a:latin typeface="+mn-lt"/>
                          <a:ea typeface="+mn-ea"/>
                          <a:cs typeface="+mn-cs"/>
                        </a:rPr>
                        <a:t> </a:t>
                      </a:r>
                      <a:r>
                        <a:rPr lang="en-US" sz="1800" b="0" i="0" kern="1200" dirty="0" err="1">
                          <a:solidFill>
                            <a:srgbClr val="D4F1F9"/>
                          </a:solidFill>
                          <a:effectLst/>
                          <a:latin typeface="+mn-lt"/>
                          <a:ea typeface="+mn-ea"/>
                          <a:cs typeface="+mn-cs"/>
                        </a:rPr>
                        <a:t>eu</a:t>
                      </a:r>
                      <a:r>
                        <a:rPr lang="en-US" sz="1800" b="0" i="0" kern="1200" dirty="0">
                          <a:solidFill>
                            <a:srgbClr val="D4F1F9"/>
                          </a:solidFill>
                          <a:effectLst/>
                          <a:latin typeface="+mn-lt"/>
                          <a:ea typeface="+mn-ea"/>
                          <a:cs typeface="+mn-cs"/>
                        </a:rPr>
                        <a:t>. </a:t>
                      </a:r>
                      <a:r>
                        <a:rPr lang="en-US" sz="1800" b="0" i="0" kern="1200" dirty="0" err="1">
                          <a:solidFill>
                            <a:srgbClr val="D4F1F9"/>
                          </a:solidFill>
                          <a:effectLst/>
                          <a:latin typeface="+mn-lt"/>
                          <a:ea typeface="+mn-ea"/>
                          <a:cs typeface="+mn-cs"/>
                        </a:rPr>
                        <a:t>Praesent</a:t>
                      </a:r>
                      <a:r>
                        <a:rPr lang="en-US" sz="1800" b="0" i="0" kern="1200" dirty="0">
                          <a:solidFill>
                            <a:srgbClr val="D4F1F9"/>
                          </a:solidFill>
                          <a:effectLst/>
                          <a:latin typeface="+mn-lt"/>
                          <a:ea typeface="+mn-ea"/>
                          <a:cs typeface="+mn-cs"/>
                        </a:rPr>
                        <a:t>.</a:t>
                      </a:r>
                    </a:p>
                    <a:p>
                      <a:br>
                        <a:rPr lang="en-US" dirty="0"/>
                      </a:br>
                      <a:endParaRPr lang="en-US" dirty="0"/>
                    </a:p>
                  </a:txBody>
                  <a:tcPr>
                    <a:solidFill>
                      <a:srgbClr val="F2D16B"/>
                    </a:solidFill>
                  </a:tcPr>
                </a:tc>
                <a:tc>
                  <a:txBody>
                    <a:bodyPr/>
                    <a:lstStyle/>
                    <a:p>
                      <a:r>
                        <a:rPr lang="en-US" sz="1800" b="0" i="0" kern="1200" dirty="0">
                          <a:solidFill>
                            <a:schemeClr val="dk1"/>
                          </a:solidFill>
                          <a:effectLst/>
                          <a:latin typeface="+mn-lt"/>
                          <a:ea typeface="+mn-ea"/>
                          <a:cs typeface="+mn-cs"/>
                        </a:rPr>
                        <a:t>Lorem ipsum dolor sit </a:t>
                      </a:r>
                      <a:r>
                        <a:rPr lang="en-US" sz="1800" b="0" i="0" kern="1200" dirty="0" err="1">
                          <a:solidFill>
                            <a:schemeClr val="dk1"/>
                          </a:solidFill>
                          <a:effectLst/>
                          <a:latin typeface="+mn-lt"/>
                          <a:ea typeface="+mn-ea"/>
                          <a:cs typeface="+mn-cs"/>
                        </a:rPr>
                        <a:t>amet</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consectetur</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adipiscing</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elit</a:t>
                      </a:r>
                      <a:r>
                        <a:rPr lang="en-US" sz="1800" b="0" i="0" kern="1200" dirty="0">
                          <a:solidFill>
                            <a:schemeClr val="dk1"/>
                          </a:solidFill>
                          <a:effectLst/>
                          <a:latin typeface="+mn-lt"/>
                          <a:ea typeface="+mn-ea"/>
                          <a:cs typeface="+mn-cs"/>
                        </a:rPr>
                        <a:t>. Integer </a:t>
                      </a:r>
                      <a:r>
                        <a:rPr lang="en-US" sz="1800" b="0" i="0" kern="1200" dirty="0" err="1">
                          <a:solidFill>
                            <a:schemeClr val="dk1"/>
                          </a:solidFill>
                          <a:effectLst/>
                          <a:latin typeface="+mn-lt"/>
                          <a:ea typeface="+mn-ea"/>
                          <a:cs typeface="+mn-cs"/>
                        </a:rPr>
                        <a:t>placerat</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fringilla</a:t>
                      </a:r>
                      <a:r>
                        <a:rPr lang="en-US" sz="1800" b="0" i="0" kern="1200" dirty="0">
                          <a:solidFill>
                            <a:schemeClr val="dk1"/>
                          </a:solidFill>
                          <a:effectLst/>
                          <a:latin typeface="+mn-lt"/>
                          <a:ea typeface="+mn-ea"/>
                          <a:cs typeface="+mn-cs"/>
                        </a:rPr>
                        <a:t> lorem et </a:t>
                      </a:r>
                      <a:r>
                        <a:rPr lang="en-US" sz="1800" b="0" i="0" kern="1200" dirty="0" err="1">
                          <a:solidFill>
                            <a:schemeClr val="dk1"/>
                          </a:solidFill>
                          <a:effectLst/>
                          <a:latin typeface="+mn-lt"/>
                          <a:ea typeface="+mn-ea"/>
                          <a:cs typeface="+mn-cs"/>
                        </a:rPr>
                        <a:t>rutrum</a:t>
                      </a:r>
                      <a:r>
                        <a:rPr lang="en-US" sz="1800" b="0" i="0" kern="1200" dirty="0">
                          <a:solidFill>
                            <a:schemeClr val="dk1"/>
                          </a:solidFill>
                          <a:effectLst/>
                          <a:latin typeface="+mn-lt"/>
                          <a:ea typeface="+mn-ea"/>
                          <a:cs typeface="+mn-cs"/>
                        </a:rPr>
                        <a:t>. Nunc </a:t>
                      </a:r>
                      <a:r>
                        <a:rPr lang="en-US" sz="1800" b="0" i="0" kern="1200" dirty="0" err="1">
                          <a:solidFill>
                            <a:schemeClr val="dk1"/>
                          </a:solidFill>
                          <a:effectLst/>
                          <a:latin typeface="+mn-lt"/>
                          <a:ea typeface="+mn-ea"/>
                          <a:cs typeface="+mn-cs"/>
                        </a:rPr>
                        <a:t>suscipit</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euismod</a:t>
                      </a:r>
                      <a:r>
                        <a:rPr lang="en-US" sz="1800" b="0" i="0" kern="1200" dirty="0">
                          <a:solidFill>
                            <a:schemeClr val="dk1"/>
                          </a:solidFill>
                          <a:effectLst/>
                          <a:latin typeface="+mn-lt"/>
                          <a:ea typeface="+mn-ea"/>
                          <a:cs typeface="+mn-cs"/>
                        </a:rPr>
                        <a:t> magna, sit </a:t>
                      </a:r>
                      <a:r>
                        <a:rPr lang="en-US" sz="1800" b="0" i="0" kern="1200" dirty="0" err="1">
                          <a:solidFill>
                            <a:schemeClr val="dk1"/>
                          </a:solidFill>
                          <a:effectLst/>
                          <a:latin typeface="+mn-lt"/>
                          <a:ea typeface="+mn-ea"/>
                          <a:cs typeface="+mn-cs"/>
                        </a:rPr>
                        <a:t>amet</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posuere</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mauris</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viverra</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eu</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Praesent</a:t>
                      </a:r>
                      <a:r>
                        <a:rPr lang="en-US" sz="1800" b="0" i="0" kern="1200" dirty="0">
                          <a:solidFill>
                            <a:schemeClr val="dk1"/>
                          </a:solidFill>
                          <a:effectLst/>
                          <a:latin typeface="+mn-lt"/>
                          <a:ea typeface="+mn-ea"/>
                          <a:cs typeface="+mn-cs"/>
                        </a:rPr>
                        <a:t>.</a:t>
                      </a:r>
                    </a:p>
                    <a:p>
                      <a:br>
                        <a:rPr lang="en-US" dirty="0"/>
                      </a:br>
                      <a:endParaRPr lang="en-US" dirty="0"/>
                    </a:p>
                  </a:txBody>
                  <a:tcPr>
                    <a:solidFill>
                      <a:srgbClr val="FFFFFF"/>
                    </a:solidFill>
                  </a:tcPr>
                </a:tc>
                <a:tc>
                  <a:txBody>
                    <a:bodyPr/>
                    <a:lstStyle/>
                    <a:p>
                      <a:r>
                        <a:rPr lang="en-US" sz="1800" b="0" i="0" kern="1200" dirty="0">
                          <a:solidFill>
                            <a:schemeClr val="dk1"/>
                          </a:solidFill>
                          <a:effectLst/>
                          <a:latin typeface="+mn-lt"/>
                          <a:ea typeface="+mn-ea"/>
                          <a:cs typeface="+mn-cs"/>
                        </a:rPr>
                        <a:t>Lorem ipsum dolor sit </a:t>
                      </a:r>
                      <a:r>
                        <a:rPr lang="en-US" sz="1800" b="0" i="0" kern="1200" dirty="0" err="1">
                          <a:solidFill>
                            <a:schemeClr val="dk1"/>
                          </a:solidFill>
                          <a:effectLst/>
                          <a:latin typeface="+mn-lt"/>
                          <a:ea typeface="+mn-ea"/>
                          <a:cs typeface="+mn-cs"/>
                        </a:rPr>
                        <a:t>amet</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consectetur</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adipiscing</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elit</a:t>
                      </a:r>
                      <a:r>
                        <a:rPr lang="en-US" sz="1800" b="0" i="0" kern="1200" dirty="0">
                          <a:solidFill>
                            <a:schemeClr val="dk1"/>
                          </a:solidFill>
                          <a:effectLst/>
                          <a:latin typeface="+mn-lt"/>
                          <a:ea typeface="+mn-ea"/>
                          <a:cs typeface="+mn-cs"/>
                        </a:rPr>
                        <a:t>. Integer </a:t>
                      </a:r>
                      <a:r>
                        <a:rPr lang="en-US" sz="1800" b="0" i="0" kern="1200" dirty="0" err="1">
                          <a:solidFill>
                            <a:schemeClr val="dk1"/>
                          </a:solidFill>
                          <a:effectLst/>
                          <a:latin typeface="+mn-lt"/>
                          <a:ea typeface="+mn-ea"/>
                          <a:cs typeface="+mn-cs"/>
                        </a:rPr>
                        <a:t>placerat</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fringilla</a:t>
                      </a:r>
                      <a:r>
                        <a:rPr lang="en-US" sz="1800" b="0" i="0" kern="1200" dirty="0">
                          <a:solidFill>
                            <a:schemeClr val="dk1"/>
                          </a:solidFill>
                          <a:effectLst/>
                          <a:latin typeface="+mn-lt"/>
                          <a:ea typeface="+mn-ea"/>
                          <a:cs typeface="+mn-cs"/>
                        </a:rPr>
                        <a:t> lorem et </a:t>
                      </a:r>
                      <a:r>
                        <a:rPr lang="en-US" sz="1800" b="0" i="0" kern="1200" dirty="0" err="1">
                          <a:solidFill>
                            <a:schemeClr val="dk1"/>
                          </a:solidFill>
                          <a:effectLst/>
                          <a:latin typeface="+mn-lt"/>
                          <a:ea typeface="+mn-ea"/>
                          <a:cs typeface="+mn-cs"/>
                        </a:rPr>
                        <a:t>rutrum</a:t>
                      </a:r>
                      <a:r>
                        <a:rPr lang="en-US" sz="1800" b="0" i="0" kern="1200" dirty="0">
                          <a:solidFill>
                            <a:schemeClr val="dk1"/>
                          </a:solidFill>
                          <a:effectLst/>
                          <a:latin typeface="+mn-lt"/>
                          <a:ea typeface="+mn-ea"/>
                          <a:cs typeface="+mn-cs"/>
                        </a:rPr>
                        <a:t>. Nunc </a:t>
                      </a:r>
                      <a:r>
                        <a:rPr lang="en-US" sz="1800" b="0" i="0" kern="1200" dirty="0" err="1">
                          <a:solidFill>
                            <a:schemeClr val="dk1"/>
                          </a:solidFill>
                          <a:effectLst/>
                          <a:latin typeface="+mn-lt"/>
                          <a:ea typeface="+mn-ea"/>
                          <a:cs typeface="+mn-cs"/>
                        </a:rPr>
                        <a:t>suscipit</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euismod</a:t>
                      </a:r>
                      <a:r>
                        <a:rPr lang="en-US" sz="1800" b="0" i="0" kern="1200" dirty="0">
                          <a:solidFill>
                            <a:schemeClr val="dk1"/>
                          </a:solidFill>
                          <a:effectLst/>
                          <a:latin typeface="+mn-lt"/>
                          <a:ea typeface="+mn-ea"/>
                          <a:cs typeface="+mn-cs"/>
                        </a:rPr>
                        <a:t> magna, sit </a:t>
                      </a:r>
                      <a:r>
                        <a:rPr lang="en-US" sz="1800" b="0" i="0" kern="1200" dirty="0" err="1">
                          <a:solidFill>
                            <a:schemeClr val="dk1"/>
                          </a:solidFill>
                          <a:effectLst/>
                          <a:latin typeface="+mn-lt"/>
                          <a:ea typeface="+mn-ea"/>
                          <a:cs typeface="+mn-cs"/>
                        </a:rPr>
                        <a:t>amet</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posuere</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mauris</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viverra</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eu</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Praesent</a:t>
                      </a:r>
                      <a:r>
                        <a:rPr lang="en-US" sz="1800" b="0" i="0" kern="1200" dirty="0">
                          <a:solidFill>
                            <a:schemeClr val="dk1"/>
                          </a:solidFill>
                          <a:effectLst/>
                          <a:latin typeface="+mn-lt"/>
                          <a:ea typeface="+mn-ea"/>
                          <a:cs typeface="+mn-cs"/>
                        </a:rPr>
                        <a:t>.</a:t>
                      </a:r>
                    </a:p>
                    <a:p>
                      <a:br>
                        <a:rPr lang="en-US" dirty="0"/>
                      </a:br>
                      <a:endParaRPr lang="en-US" dirty="0"/>
                    </a:p>
                  </a:txBody>
                  <a:tcPr>
                    <a:solidFill>
                      <a:schemeClr val="accent6">
                        <a:lumMod val="20000"/>
                        <a:lumOff val="80000"/>
                      </a:schemeClr>
                    </a:solidFill>
                  </a:tcPr>
                </a:tc>
                <a:extLst>
                  <a:ext uri="{0D108BD9-81ED-4DB2-BD59-A6C34878D82A}">
                    <a16:rowId xmlns:a16="http://schemas.microsoft.com/office/drawing/2014/main" val="2674581323"/>
                  </a:ext>
                </a:extLst>
              </a:tr>
            </a:tbl>
          </a:graphicData>
        </a:graphic>
      </p:graphicFrame>
    </p:spTree>
    <p:extLst>
      <p:ext uri="{BB962C8B-B14F-4D97-AF65-F5344CB8AC3E}">
        <p14:creationId xmlns:p14="http://schemas.microsoft.com/office/powerpoint/2010/main" val="3486889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A34C4-C268-3FE7-EB20-1A7E594B342D}"/>
              </a:ext>
            </a:extLst>
          </p:cNvPr>
          <p:cNvSpPr>
            <a:spLocks noGrp="1"/>
          </p:cNvSpPr>
          <p:nvPr>
            <p:ph type="title"/>
          </p:nvPr>
        </p:nvSpPr>
        <p:spPr/>
        <p:txBody>
          <a:bodyPr/>
          <a:lstStyle/>
          <a:p>
            <a:r>
              <a:t>parte 4</a:t>
            </a:r>
          </a:p>
        </p:txBody>
      </p:sp>
      <p:sp>
        <p:nvSpPr>
          <p:cNvPr id="3" name="Text Placeholder 2">
            <a:extLst>
              <a:ext uri="{FF2B5EF4-FFF2-40B4-BE49-F238E27FC236}">
                <a16:creationId xmlns:a16="http://schemas.microsoft.com/office/drawing/2014/main" id="{30245585-87B1-CF99-4958-E0230B23772D}"/>
              </a:ext>
            </a:extLst>
          </p:cNvPr>
          <p:cNvSpPr>
            <a:spLocks noGrp="1"/>
          </p:cNvSpPr>
          <p:nvPr>
            <p:ph type="body" idx="1"/>
          </p:nvPr>
        </p:nvSpPr>
        <p:spPr/>
        <p:txBody>
          <a:bodyPr/>
          <a:lstStyle/>
          <a:p>
            <a:r>
              <a:t>Imágenes y vídeos</a:t>
            </a:r>
          </a:p>
        </p:txBody>
      </p:sp>
    </p:spTree>
    <p:extLst>
      <p:ext uri="{BB962C8B-B14F-4D97-AF65-F5344CB8AC3E}">
        <p14:creationId xmlns:p14="http://schemas.microsoft.com/office/powerpoint/2010/main" val="29115946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11BA3-A5C1-6C3F-70A9-95DA2192C3E7}"/>
              </a:ext>
            </a:extLst>
          </p:cNvPr>
          <p:cNvSpPr>
            <a:spLocks noGrp="1"/>
          </p:cNvSpPr>
          <p:nvPr>
            <p:ph type="title"/>
          </p:nvPr>
        </p:nvSpPr>
        <p:spPr/>
        <p:txBody>
          <a:bodyPr/>
          <a:lstStyle/>
          <a:p>
            <a:r>
              <a:t>Profundice en busca de imágenes [57</a:t>
            </a:r>
          </a:p>
        </p:txBody>
      </p:sp>
      <p:sp>
        <p:nvSpPr>
          <p:cNvPr id="3" name="Content Placeholder 2">
            <a:extLst>
              <a:ext uri="{FF2B5EF4-FFF2-40B4-BE49-F238E27FC236}">
                <a16:creationId xmlns:a16="http://schemas.microsoft.com/office/drawing/2014/main" id="{B145B964-D2D8-AE97-2EE5-3E089D51BD11}"/>
              </a:ext>
            </a:extLst>
          </p:cNvPr>
          <p:cNvSpPr>
            <a:spLocks noGrp="1"/>
          </p:cNvSpPr>
          <p:nvPr>
            <p:ph idx="1"/>
          </p:nvPr>
        </p:nvSpPr>
        <p:spPr/>
        <p:txBody>
          <a:bodyPr/>
          <a:lstStyle/>
          <a:p>
            <a:r>
              <a:t>Elija las fotografías de archivo correctas.</a:t>
            </a:r>
          </a:p>
          <a:p>
            <a:r>
              <a:t>Asegúrate de que la foto sea relevante.</a:t>
            </a:r>
          </a:p>
          <a:p>
            <a:r>
              <a:t>La foto debe admitir la información de la diapositiva.</a:t>
            </a:r>
          </a:p>
          <a:p>
            <a:r>
              <a:t>Esto requiere una búsqueda cuidadosa.</a:t>
            </a:r>
          </a:p>
        </p:txBody>
      </p:sp>
    </p:spTree>
    <p:extLst>
      <p:ext uri="{BB962C8B-B14F-4D97-AF65-F5344CB8AC3E}">
        <p14:creationId xmlns:p14="http://schemas.microsoft.com/office/powerpoint/2010/main" val="31966657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8A34-0F19-40A7-0DB4-CFF66FB68A2C}"/>
              </a:ext>
            </a:extLst>
          </p:cNvPr>
          <p:cNvSpPr>
            <a:spLocks noGrp="1"/>
          </p:cNvSpPr>
          <p:nvPr>
            <p:ph type="title"/>
          </p:nvPr>
        </p:nvSpPr>
        <p:spPr/>
        <p:txBody>
          <a:bodyPr/>
          <a:lstStyle/>
          <a:p>
            <a:r>
              <a:t>Encuentre el problema (¡De mi presentación!) ¿Qué es la comunicación?</a:t>
            </a:r>
          </a:p>
        </p:txBody>
      </p:sp>
      <p:sp>
        <p:nvSpPr>
          <p:cNvPr id="3" name="Content Placeholder 2">
            <a:extLst>
              <a:ext uri="{FF2B5EF4-FFF2-40B4-BE49-F238E27FC236}">
                <a16:creationId xmlns:a16="http://schemas.microsoft.com/office/drawing/2014/main" id="{81190F85-7C16-2618-8548-20480B7EFF32}"/>
              </a:ext>
            </a:extLst>
          </p:cNvPr>
          <p:cNvSpPr>
            <a:spLocks noGrp="1"/>
          </p:cNvSpPr>
          <p:nvPr>
            <p:ph sz="half" idx="1"/>
          </p:nvPr>
        </p:nvSpPr>
        <p:spPr/>
        <p:txBody>
          <a:bodyPr/>
          <a:lstStyle/>
          <a:p>
            <a:r>
              <a:t>Transmitiendo información.</a:t>
            </a:r>
          </a:p>
          <a:p/>
          <a:p>
            <a:r>
              <a:t>Habla o lenguaje corporal</a:t>
            </a:r>
          </a:p>
          <a:p/>
          <a:p>
            <a:r>
              <a:t>Ayudas visuales o medios escritos</a:t>
            </a:r>
          </a:p>
        </p:txBody>
      </p:sp>
      <p:pic>
        <p:nvPicPr>
          <p:cNvPr id="5" name="Content Placeholder 4" descr="What Is Communication and How to Use It Effectively">
            <a:extLst>
              <a:ext uri="{FF2B5EF4-FFF2-40B4-BE49-F238E27FC236}">
                <a16:creationId xmlns:a16="http://schemas.microsoft.com/office/drawing/2014/main" id="{BB153A64-F459-894E-833A-E49AD65364B5}"/>
              </a:ext>
            </a:extLst>
          </p:cNvPr>
          <p:cNvPicPr>
            <a:picLocks noGrp="1" noChangeAspect="1" noChangeArrowheads="1"/>
          </p:cNvPicPr>
          <p:nvPr>
            <p:ph sz="half" idx="2"/>
          </p:nvPr>
        </p:nvPicPr>
        <p:blipFill>
          <a:blip r:embed="rId2" r:link="rId3" cstate="print">
            <a:extLst>
              <a:ext uri="{28A0092B-C50C-407E-A947-70E740481C1C}">
                <a14:useLocalDpi xmlns:a14="http://schemas.microsoft.com/office/drawing/2010/main" val="0"/>
              </a:ext>
            </a:extLst>
          </a:blip>
          <a:stretch>
            <a:fillRect/>
          </a:stretch>
        </p:blipFill>
        <p:spPr bwMode="auto">
          <a:xfrm>
            <a:off x="6413500" y="2190221"/>
            <a:ext cx="4645025" cy="30966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8034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6CA1D-0069-B066-9DDB-3ECBB5ED1C5E}"/>
              </a:ext>
            </a:extLst>
          </p:cNvPr>
          <p:cNvSpPr>
            <a:spLocks noGrp="1"/>
          </p:cNvSpPr>
          <p:nvPr>
            <p:ph type="title"/>
          </p:nvPr>
        </p:nvSpPr>
        <p:spPr/>
        <p:txBody>
          <a:bodyPr/>
          <a:lstStyle/>
          <a:p>
            <a:r>
              <a:t>¡La imagen no se relaciona con lo que estoy diciendo!</a:t>
            </a:r>
          </a:p>
        </p:txBody>
      </p:sp>
      <p:sp>
        <p:nvSpPr>
          <p:cNvPr id="3" name="Text Placeholder 2">
            <a:extLst>
              <a:ext uri="{FF2B5EF4-FFF2-40B4-BE49-F238E27FC236}">
                <a16:creationId xmlns:a16="http://schemas.microsoft.com/office/drawing/2014/main" id="{A35704BF-11F9-35F6-F97F-15D52CD72BCA}"/>
              </a:ext>
            </a:extLst>
          </p:cNvPr>
          <p:cNvSpPr>
            <a:spLocks noGrp="1"/>
          </p:cNvSpPr>
          <p:nvPr>
            <p:ph type="body" idx="1"/>
          </p:nvPr>
        </p:nvSpPr>
        <p:spPr/>
        <p:txBody>
          <a:bodyPr/>
          <a:lstStyle/>
          <a:p>
            <a:r>
              <a:t>Asegúrate de que tu imagen coincida con tus ideas.</a:t>
            </a:r>
          </a:p>
        </p:txBody>
      </p:sp>
    </p:spTree>
    <p:extLst>
      <p:ext uri="{BB962C8B-B14F-4D97-AF65-F5344CB8AC3E}">
        <p14:creationId xmlns:p14="http://schemas.microsoft.com/office/powerpoint/2010/main" val="38680006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2887-FC46-C2C9-9881-C6699A9F014E}"/>
              </a:ext>
            </a:extLst>
          </p:cNvPr>
          <p:cNvSpPr>
            <a:spLocks noGrp="1"/>
          </p:cNvSpPr>
          <p:nvPr>
            <p:ph type="title"/>
          </p:nvPr>
        </p:nvSpPr>
        <p:spPr/>
        <p:txBody>
          <a:bodyPr/>
          <a:lstStyle/>
          <a:p>
            <a:r>
              <a:t>Mi versión mejorada (me llevó 4 intentos) ¿Qué es la comunicación?</a:t>
            </a:r>
          </a:p>
        </p:txBody>
      </p:sp>
      <p:sp>
        <p:nvSpPr>
          <p:cNvPr id="3" name="Content Placeholder 2">
            <a:extLst>
              <a:ext uri="{FF2B5EF4-FFF2-40B4-BE49-F238E27FC236}">
                <a16:creationId xmlns:a16="http://schemas.microsoft.com/office/drawing/2014/main" id="{C3BB8C2A-B5CA-7E23-9EA8-D4BBA5BA2DA7}"/>
              </a:ext>
            </a:extLst>
          </p:cNvPr>
          <p:cNvSpPr>
            <a:spLocks noGrp="1"/>
          </p:cNvSpPr>
          <p:nvPr>
            <p:ph sz="half" idx="1"/>
          </p:nvPr>
        </p:nvSpPr>
        <p:spPr/>
        <p:txBody>
          <a:bodyPr/>
          <a:lstStyle/>
          <a:p>
            <a:r>
              <a:t>El remitente transmite información al receptor.</a:t>
            </a:r>
          </a:p>
          <a:p/>
          <a:p>
            <a:r>
              <a:t>Las formas de transmisión incluyen</a:t>
            </a:r>
          </a:p>
          <a:p>
            <a:r>
              <a:t>hablando </a:t>
            </a:r>
          </a:p>
          <a:p>
            <a:r>
              <a:t>Lenguaje corporal</a:t>
            </a:r>
          </a:p>
          <a:p>
            <a:r>
              <a:t>Ayudas visuales o medios escritos</a:t>
            </a:r>
          </a:p>
        </p:txBody>
      </p:sp>
      <p:pic>
        <p:nvPicPr>
          <p:cNvPr id="1026" name="Picture 2">
            <a:extLst>
              <a:ext uri="{FF2B5EF4-FFF2-40B4-BE49-F238E27FC236}">
                <a16:creationId xmlns:a16="http://schemas.microsoft.com/office/drawing/2014/main" id="{B186BB70-B558-FCAC-2FAC-3BBF9851C708}"/>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6413500" y="2307265"/>
            <a:ext cx="4645025" cy="2862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61718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4F73B-90BD-7BBE-8C97-269D20978A28}"/>
              </a:ext>
            </a:extLst>
          </p:cNvPr>
          <p:cNvSpPr>
            <a:spLocks noGrp="1"/>
          </p:cNvSpPr>
          <p:nvPr>
            <p:ph type="title"/>
          </p:nvPr>
        </p:nvSpPr>
        <p:spPr/>
        <p:txBody>
          <a:bodyPr/>
          <a:lstStyle/>
          <a:p>
            <a:r>
              <a:t>Evite videos demasiado largos.</a:t>
            </a:r>
          </a:p>
        </p:txBody>
      </p:sp>
      <p:graphicFrame>
        <p:nvGraphicFramePr>
          <p:cNvPr id="6" name="Content Placeholder 5">
            <a:extLst>
              <a:ext uri="{FF2B5EF4-FFF2-40B4-BE49-F238E27FC236}">
                <a16:creationId xmlns:a16="http://schemas.microsoft.com/office/drawing/2014/main" id="{926B9D6A-9A67-0151-DE3F-B30568B81DB2}"/>
              </a:ext>
            </a:extLst>
          </p:cNvPr>
          <p:cNvGraphicFramePr>
            <a:graphicFrameLocks noGrp="1"/>
          </p:cNvGraphicFramePr>
          <p:nvPr>
            <p:ph idx="1"/>
            <p:extLst>
              <p:ext uri="{D42A27DB-BD31-4B8C-83A1-F6EECF244321}">
                <p14:modId xmlns:p14="http://schemas.microsoft.com/office/powerpoint/2010/main" val="3170939343"/>
              </p:ext>
            </p:extLst>
          </p:nvPr>
        </p:nvGraphicFramePr>
        <p:xfrm>
          <a:off x="1451579" y="2015732"/>
          <a:ext cx="9603275" cy="3450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54203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C01D4-8FF4-81EB-E712-7907E0E123A6}"/>
              </a:ext>
            </a:extLst>
          </p:cNvPr>
          <p:cNvSpPr>
            <a:spLocks noGrp="1"/>
          </p:cNvSpPr>
          <p:nvPr>
            <p:ph type="title"/>
          </p:nvPr>
        </p:nvSpPr>
        <p:spPr/>
        <p:txBody>
          <a:bodyPr/>
          <a:lstStyle/>
          <a:p>
            <a:r>
              <a:t>Demasiado largo versus justo</a:t>
            </a:r>
          </a:p>
        </p:txBody>
      </p:sp>
      <p:sp>
        <p:nvSpPr>
          <p:cNvPr id="3" name="Text Placeholder 2">
            <a:extLst>
              <a:ext uri="{FF2B5EF4-FFF2-40B4-BE49-F238E27FC236}">
                <a16:creationId xmlns:a16="http://schemas.microsoft.com/office/drawing/2014/main" id="{4D448A1D-9DD3-947E-EFFF-DC90FABFE975}"/>
              </a:ext>
            </a:extLst>
          </p:cNvPr>
          <p:cNvSpPr>
            <a:spLocks noGrp="1"/>
          </p:cNvSpPr>
          <p:nvPr>
            <p:ph type="body" idx="1"/>
          </p:nvPr>
        </p:nvSpPr>
        <p:spPr/>
        <p:txBody>
          <a:bodyPr>
            <a:normAutofit fontScale="70000" lnSpcReduction="20000"/>
          </a:bodyPr>
          <a:lstStyle/>
          <a:p>
            <a:r>
              <a:t>Incluye solo parte del video.</a:t>
            </a:r>
          </a:p>
          <a:p>
            <a:r>
              <a:t>No sometas a la audiencia a todo</a:t>
            </a:r>
          </a:p>
        </p:txBody>
      </p:sp>
      <p:pic>
        <p:nvPicPr>
          <p:cNvPr id="7" name="Online Media 6" title="Think Fast, Talk Smart: Communication Techniques">
            <a:hlinkClick r:id="" action="ppaction://media"/>
            <a:extLst>
              <a:ext uri="{FF2B5EF4-FFF2-40B4-BE49-F238E27FC236}">
                <a16:creationId xmlns:a16="http://schemas.microsoft.com/office/drawing/2014/main" id="{E14E3E0B-20FF-6CF7-46DF-6D32A98C4391}"/>
              </a:ext>
            </a:extLst>
          </p:cNvPr>
          <p:cNvPicPr>
            <a:picLocks noGrp="1" noRot="1" noChangeAspect="1"/>
          </p:cNvPicPr>
          <p:nvPr>
            <p:ph sz="half" idx="2"/>
            <a:videoFile r:link="rId1"/>
          </p:nvPr>
        </p:nvPicPr>
        <p:blipFill>
          <a:blip r:embed="rId4"/>
          <a:stretch>
            <a:fillRect/>
          </a:stretch>
        </p:blipFill>
        <p:spPr>
          <a:xfrm>
            <a:off x="1447191" y="2980559"/>
            <a:ext cx="3964101" cy="2239717"/>
          </a:xfrm>
          <a:prstGeom prst="rect">
            <a:avLst/>
          </a:prstGeom>
        </p:spPr>
      </p:pic>
      <p:sp>
        <p:nvSpPr>
          <p:cNvPr id="5" name="Text Placeholder 4">
            <a:extLst>
              <a:ext uri="{FF2B5EF4-FFF2-40B4-BE49-F238E27FC236}">
                <a16:creationId xmlns:a16="http://schemas.microsoft.com/office/drawing/2014/main" id="{B254F146-04AF-EB14-6EC9-2BA61E949B3B}"/>
              </a:ext>
            </a:extLst>
          </p:cNvPr>
          <p:cNvSpPr>
            <a:spLocks noGrp="1"/>
          </p:cNvSpPr>
          <p:nvPr>
            <p:ph type="body" sz="quarter" idx="3"/>
          </p:nvPr>
        </p:nvSpPr>
        <p:spPr/>
        <p:txBody>
          <a:bodyPr>
            <a:normAutofit fontScale="70000" lnSpcReduction="20000"/>
          </a:bodyPr>
          <a:lstStyle/>
          <a:p>
            <a:r>
              <a:t>Puede incluir el video completo.</a:t>
            </a:r>
          </a:p>
          <a:p>
            <a:r>
              <a:t>Actúa como un cambio de ritmo.</a:t>
            </a:r>
          </a:p>
        </p:txBody>
      </p:sp>
      <p:pic>
        <p:nvPicPr>
          <p:cNvPr id="8" name="Online Media 7" title="Effective Communication">
            <a:hlinkClick r:id="" action="ppaction://media"/>
            <a:extLst>
              <a:ext uri="{FF2B5EF4-FFF2-40B4-BE49-F238E27FC236}">
                <a16:creationId xmlns:a16="http://schemas.microsoft.com/office/drawing/2014/main" id="{8FD78AC9-F1EC-049E-02AB-89894401DF29}"/>
              </a:ext>
            </a:extLst>
          </p:cNvPr>
          <p:cNvPicPr>
            <a:picLocks noGrp="1" noRot="1" noChangeAspect="1"/>
          </p:cNvPicPr>
          <p:nvPr>
            <p:ph sz="quarter" idx="4"/>
            <a:videoFile r:link="rId2"/>
          </p:nvPr>
        </p:nvPicPr>
        <p:blipFill>
          <a:blip r:embed="rId5"/>
          <a:stretch>
            <a:fillRect/>
          </a:stretch>
        </p:blipFill>
        <p:spPr>
          <a:xfrm>
            <a:off x="6412362" y="2980559"/>
            <a:ext cx="3964101" cy="2239717"/>
          </a:xfrm>
          <a:prstGeom prst="rect">
            <a:avLst/>
          </a:prstGeom>
        </p:spPr>
      </p:pic>
    </p:spTree>
    <p:extLst>
      <p:ext uri="{BB962C8B-B14F-4D97-AF65-F5344CB8AC3E}">
        <p14:creationId xmlns:p14="http://schemas.microsoft.com/office/powerpoint/2010/main" val="2272400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7"/>
                </p:tgtEl>
              </p:cMediaNode>
            </p:video>
            <p:seq concurrent="1" nextAc="seek">
              <p:cTn id="12" restart="whenNotActive" fill="hold" evtFilter="cancelBubble" nodeType="interactiveSeq">
                <p:stCondLst>
                  <p:cond evt="onClick" delay="0">
                    <p:tgtEl>
                      <p:spTgt spid="7"/>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7"/>
                                        </p:tgtEl>
                                      </p:cBhvr>
                                    </p:cmd>
                                  </p:childTnLst>
                                </p:cTn>
                              </p:par>
                            </p:childTnLst>
                          </p:cTn>
                        </p:par>
                      </p:childTnLst>
                    </p:cTn>
                  </p:par>
                </p:childTnLst>
              </p:cTn>
              <p:nextCondLst>
                <p:cond evt="onClick" delay="0">
                  <p:tgtEl>
                    <p:spTgt spid="7"/>
                  </p:tgtEl>
                </p:cond>
              </p:nextCondLst>
            </p:seq>
            <p:video>
              <p:cMediaNode vol="80000">
                <p:cTn id="17" fill="hold" display="0">
                  <p:stCondLst>
                    <p:cond delay="indefinite"/>
                  </p:stCondLst>
                </p:cTn>
                <p:tgtEl>
                  <p:spTgt spid="8"/>
                </p:tgtEl>
              </p:cMediaNode>
            </p:video>
            <p:seq concurrent="1" nextAc="seek">
              <p:cTn id="18" restart="whenNotActive" fill="hold" evtFilter="cancelBubble" nodeType="interactiveSeq">
                <p:stCondLst>
                  <p:cond evt="onClick" delay="0">
                    <p:tgtEl>
                      <p:spTgt spid="8"/>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7EC6B-29A6-D307-D35D-5849ED4B84F7}"/>
              </a:ext>
            </a:extLst>
          </p:cNvPr>
          <p:cNvSpPr>
            <a:spLocks noGrp="1"/>
          </p:cNvSpPr>
          <p:nvPr>
            <p:ph type="title"/>
          </p:nvPr>
        </p:nvSpPr>
        <p:spPr/>
        <p:txBody>
          <a:bodyPr/>
          <a:lstStyle/>
          <a:p>
            <a:r>
              <a:t>Conclusión</a:t>
            </a:r>
          </a:p>
        </p:txBody>
      </p:sp>
      <p:sp>
        <p:nvSpPr>
          <p:cNvPr id="3" name="Text Placeholder 2">
            <a:extLst>
              <a:ext uri="{FF2B5EF4-FFF2-40B4-BE49-F238E27FC236}">
                <a16:creationId xmlns:a16="http://schemas.microsoft.com/office/drawing/2014/main" id="{A3D83548-DE36-753B-B77D-79A6FCC11671}"/>
              </a:ext>
            </a:extLst>
          </p:cNvPr>
          <p:cNvSpPr>
            <a:spLocks noGrp="1"/>
          </p:cNvSpPr>
          <p:nvPr>
            <p:ph type="body" idx="1"/>
          </p:nvPr>
        </p:nvSpPr>
        <p:spPr/>
        <p:txBody>
          <a:bodyPr/>
          <a:lstStyle/>
          <a:p>
            <a:r>
              <a:t>Evitar</a:t>
            </a:r>
          </a:p>
        </p:txBody>
      </p:sp>
      <p:sp>
        <p:nvSpPr>
          <p:cNvPr id="4" name="Content Placeholder 3">
            <a:extLst>
              <a:ext uri="{FF2B5EF4-FFF2-40B4-BE49-F238E27FC236}">
                <a16:creationId xmlns:a16="http://schemas.microsoft.com/office/drawing/2014/main" id="{6F4336C8-7403-1A27-56FA-E4FEAA24AC80}"/>
              </a:ext>
            </a:extLst>
          </p:cNvPr>
          <p:cNvSpPr>
            <a:spLocks noGrp="1"/>
          </p:cNvSpPr>
          <p:nvPr>
            <p:ph sz="half" idx="2"/>
          </p:nvPr>
        </p:nvSpPr>
        <p:spPr/>
        <p:txBody>
          <a:bodyPr>
            <a:normAutofit/>
          </a:bodyPr>
          <a:lstStyle/>
          <a:p>
            <a:r>
              <a:t>fuentes tontas</a:t>
            </a:r>
          </a:p>
          <a:p>
            <a:r>
              <a:t>Texto largo que mantiene el foco en la escritura.</a:t>
            </a:r>
          </a:p>
          <a:p>
            <a:r>
              <a:t>Efectos excesivos (especialmente aleatorios)</a:t>
            </a:r>
          </a:p>
          <a:p>
            <a:r>
              <a:t>Imágenes inadecuadas</a:t>
            </a:r>
          </a:p>
          <a:p>
            <a:r>
              <a:t>Vídeos largos</a:t>
            </a:r>
          </a:p>
        </p:txBody>
      </p:sp>
      <p:sp>
        <p:nvSpPr>
          <p:cNvPr id="5" name="Text Placeholder 4">
            <a:extLst>
              <a:ext uri="{FF2B5EF4-FFF2-40B4-BE49-F238E27FC236}">
                <a16:creationId xmlns:a16="http://schemas.microsoft.com/office/drawing/2014/main" id="{D9F5E775-409E-1A9D-D1FB-B542980333FF}"/>
              </a:ext>
            </a:extLst>
          </p:cNvPr>
          <p:cNvSpPr>
            <a:spLocks noGrp="1"/>
          </p:cNvSpPr>
          <p:nvPr>
            <p:ph type="body" sz="quarter" idx="3"/>
          </p:nvPr>
        </p:nvSpPr>
        <p:spPr/>
        <p:txBody>
          <a:bodyPr/>
          <a:lstStyle/>
          <a:p>
            <a:r>
              <a:t>En lugar de usar</a:t>
            </a:r>
          </a:p>
        </p:txBody>
      </p:sp>
      <p:sp>
        <p:nvSpPr>
          <p:cNvPr id="10" name="Content Placeholder 9">
            <a:extLst>
              <a:ext uri="{FF2B5EF4-FFF2-40B4-BE49-F238E27FC236}">
                <a16:creationId xmlns:a16="http://schemas.microsoft.com/office/drawing/2014/main" id="{5DDBAA6D-5E3E-42BC-0FA6-8D10A9718419}"/>
              </a:ext>
            </a:extLst>
          </p:cNvPr>
          <p:cNvSpPr>
            <a:spLocks noGrp="1"/>
          </p:cNvSpPr>
          <p:nvPr>
            <p:ph sz="quarter" idx="4"/>
          </p:nvPr>
        </p:nvSpPr>
        <p:spPr/>
        <p:txBody>
          <a:bodyPr/>
          <a:lstStyle/>
          <a:p>
            <a:r>
              <a:t>Fuentes elegantes o básicas</a:t>
            </a:r>
          </a:p>
          <a:p>
            <a:r>
              <a:t>Texto breve que se centra en el habla.</a:t>
            </a:r>
          </a:p>
          <a:p>
            <a:r>
              <a:t>Algunos efectos como máximo</a:t>
            </a:r>
          </a:p>
          <a:p>
            <a:r>
              <a:t>Imágenes que son perfectas</a:t>
            </a:r>
          </a:p>
          <a:p>
            <a:r>
              <a:t>Vídeos cortos o parte de un vídeo largo.</a:t>
            </a:r>
          </a:p>
        </p:txBody>
      </p:sp>
    </p:spTree>
    <p:extLst>
      <p:ext uri="{BB962C8B-B14F-4D97-AF65-F5344CB8AC3E}">
        <p14:creationId xmlns:p14="http://schemas.microsoft.com/office/powerpoint/2010/main" val="2533262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C5BBD-1AD5-40F8-DCB7-C6995BD544B6}"/>
              </a:ext>
            </a:extLst>
          </p:cNvPr>
          <p:cNvSpPr>
            <a:spLocks noGrp="1"/>
          </p:cNvSpPr>
          <p:nvPr>
            <p:ph type="title"/>
          </p:nvPr>
        </p:nvSpPr>
        <p:spPr/>
        <p:txBody>
          <a:bodyPr/>
          <a:lstStyle/>
          <a:p>
            <a:r>
              <a:t>Mensaje final</a:t>
            </a:r>
          </a:p>
        </p:txBody>
      </p:sp>
      <p:graphicFrame>
        <p:nvGraphicFramePr>
          <p:cNvPr id="9" name="Content Placeholder 8">
            <a:extLst>
              <a:ext uri="{FF2B5EF4-FFF2-40B4-BE49-F238E27FC236}">
                <a16:creationId xmlns:a16="http://schemas.microsoft.com/office/drawing/2014/main" id="{87F9A078-F68C-811A-2740-4CD88A4CA106}"/>
              </a:ext>
            </a:extLst>
          </p:cNvPr>
          <p:cNvGraphicFramePr>
            <a:graphicFrameLocks noGrp="1"/>
          </p:cNvGraphicFramePr>
          <p:nvPr>
            <p:ph idx="1"/>
            <p:extLst>
              <p:ext uri="{D42A27DB-BD31-4B8C-83A1-F6EECF244321}">
                <p14:modId xmlns:p14="http://schemas.microsoft.com/office/powerpoint/2010/main" val="3529153373"/>
              </p:ext>
            </p:extLst>
          </p:nvPr>
        </p:nvGraphicFramePr>
        <p:xfrm>
          <a:off x="1451580" y="2015732"/>
          <a:ext cx="5001472" cy="3450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054" name="Picture 6" descr="Small daily improvements over time lead to stunning results. - Robin Sharma">
            <a:extLst>
              <a:ext uri="{FF2B5EF4-FFF2-40B4-BE49-F238E27FC236}">
                <a16:creationId xmlns:a16="http://schemas.microsoft.com/office/drawing/2014/main" id="{906DE658-A21F-F0F9-F441-5BE60C0B665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09871" y="2015732"/>
            <a:ext cx="3944983" cy="39449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81174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836AC-08FC-B540-DFE9-253097E9822B}"/>
              </a:ext>
            </a:extLst>
          </p:cNvPr>
          <p:cNvSpPr>
            <a:spLocks noGrp="1"/>
          </p:cNvSpPr>
          <p:nvPr>
            <p:ph type="title"/>
          </p:nvPr>
        </p:nvSpPr>
        <p:spPr/>
        <p:txBody>
          <a:bodyPr/>
          <a:lstStyle/>
          <a:p>
            <a:r>
              <a:t>Obras citadas</a:t>
            </a:r>
          </a:p>
        </p:txBody>
      </p:sp>
      <p:sp>
        <p:nvSpPr>
          <p:cNvPr id="3" name="Content Placeholder 2">
            <a:extLst>
              <a:ext uri="{FF2B5EF4-FFF2-40B4-BE49-F238E27FC236}">
                <a16:creationId xmlns:a16="http://schemas.microsoft.com/office/drawing/2014/main" id="{C216B09E-BD15-75BD-7E60-D559814632DC}"/>
              </a:ext>
            </a:extLst>
          </p:cNvPr>
          <p:cNvSpPr>
            <a:spLocks noGrp="1"/>
          </p:cNvSpPr>
          <p:nvPr>
            <p:ph idx="1"/>
          </p:nvPr>
        </p:nvSpPr>
        <p:spPr/>
        <p:txBody>
          <a:bodyPr>
            <a:normAutofit fontScale="77500" lnSpcReduction="20000"/>
          </a:bodyPr>
          <a:lstStyle/>
          <a:p>
            <a:r>
              <a:t>https://www.annualreviews.org/content/journals/10.1146/annurev-med-060619-022943</a:t>
            </a:r>
          </a:p>
          <a:p>
            <a:r>
              <a:t>https://www.mayoclinic.org/diseases-conditions/depression/in- Depth/depression-and-exercise/art-20046495</a:t>
            </a:r>
          </a:p>
          <a:p>
            <a:r>
              <a:t>https://en.wikipedia.org/wiki/Gravity</a:t>
            </a:r>
          </a:p>
          <a:p>
            <a:r>
              <a:t>https://spaceplace.nasa.gov/what-is-gravity/en/</a:t>
            </a:r>
          </a:p>
          <a:p>
            <a:r>
              <a:t>https://designshack.net/articles/software/presentation-design-mistakes-to-avoid/</a:t>
            </a:r>
          </a:p>
          <a:p>
            <a:r>
              <a:t>https://en.wikipedia.org/wiki/Insertion_sort</a:t>
            </a:r>
          </a:p>
          <a:p>
            <a:r>
              <a:t>https://designpickle.com/creative-hub/presentation-design/presentation-dos-and-donts-what-you-need-to-know/</a:t>
            </a:r>
          </a:p>
          <a:p>
            <a:r>
              <a:t>https://piktochart.com/blog/best-font-for-presentations/</a:t>
            </a:r>
          </a:p>
        </p:txBody>
      </p:sp>
    </p:spTree>
    <p:extLst>
      <p:ext uri="{BB962C8B-B14F-4D97-AF65-F5344CB8AC3E}">
        <p14:creationId xmlns:p14="http://schemas.microsoft.com/office/powerpoint/2010/main" val="25773304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836AC-08FC-B540-DFE9-253097E9822B}"/>
              </a:ext>
            </a:extLst>
          </p:cNvPr>
          <p:cNvSpPr>
            <a:spLocks noGrp="1"/>
          </p:cNvSpPr>
          <p:nvPr>
            <p:ph type="title"/>
          </p:nvPr>
        </p:nvSpPr>
        <p:spPr/>
        <p:txBody>
          <a:bodyPr/>
          <a:lstStyle/>
          <a:p>
            <a:r>
              <a:t>Imágenes citadas</a:t>
            </a:r>
          </a:p>
        </p:txBody>
      </p:sp>
      <p:sp>
        <p:nvSpPr>
          <p:cNvPr id="3" name="Content Placeholder 2">
            <a:extLst>
              <a:ext uri="{FF2B5EF4-FFF2-40B4-BE49-F238E27FC236}">
                <a16:creationId xmlns:a16="http://schemas.microsoft.com/office/drawing/2014/main" id="{C216B09E-BD15-75BD-7E60-D559814632DC}"/>
              </a:ext>
            </a:extLst>
          </p:cNvPr>
          <p:cNvSpPr>
            <a:spLocks noGrp="1"/>
          </p:cNvSpPr>
          <p:nvPr>
            <p:ph idx="1"/>
          </p:nvPr>
        </p:nvSpPr>
        <p:spPr/>
        <p:txBody>
          <a:bodyPr/>
          <a:lstStyle/>
          <a:p>
            <a:r>
              <a:t>https://cdn-icons-png.flaticon.com/512/5965/5965486.png</a:t>
            </a:r>
          </a:p>
          <a:p>
            <a:r>
              <a:t>https://www.thinkco.com/what-is-communication-1689877</a:t>
            </a:r>
          </a:p>
          <a:p>
            <a:r>
              <a:t>https://www.linkedin.com/pulse/how-communicate-others- Effective-communication-skills-youngsub-chun</a:t>
            </a:r>
          </a:p>
          <a:p>
            <a:r>
              <a:t>https://worldofprintables.com/wp-content/uploads/2020/12/dalmation-dots-Free-SVG-file-for-DIY-crafts-and-Cricut.jpg.webp</a:t>
            </a:r>
          </a:p>
          <a:p>
            <a:r>
              <a:t>https://www.geeksforgeeks.org/sorting-algorithms/</a:t>
            </a:r>
          </a:p>
        </p:txBody>
      </p:sp>
    </p:spTree>
    <p:extLst>
      <p:ext uri="{BB962C8B-B14F-4D97-AF65-F5344CB8AC3E}">
        <p14:creationId xmlns:p14="http://schemas.microsoft.com/office/powerpoint/2010/main" val="237648515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707</TotalTime>
  <Words>2144</Words>
  <Application>Microsoft Office PowerPoint</Application>
  <PresentationFormat>Widescreen</PresentationFormat>
  <Paragraphs>222</Paragraphs>
  <Slides>39</Slides>
  <Notes>0</Notes>
  <HiddenSlides>0</HiddenSlides>
  <MMClips>2</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39</vt:i4>
      </vt:variant>
    </vt:vector>
  </HeadingPairs>
  <TitlesOfParts>
    <vt:vector size="50" baseType="lpstr">
      <vt:lpstr>Arial</vt:lpstr>
      <vt:lpstr>Bentham</vt:lpstr>
      <vt:lpstr>Calibri</vt:lpstr>
      <vt:lpstr>Comic Sans MS</vt:lpstr>
      <vt:lpstr>Gill Sans MT</vt:lpstr>
      <vt:lpstr>Open Sans</vt:lpstr>
      <vt:lpstr>Papyrus</vt:lpstr>
      <vt:lpstr>Poppins</vt:lpstr>
      <vt:lpstr>Raleway</vt:lpstr>
      <vt:lpstr>Roboto</vt:lpstr>
      <vt:lpstr>Gallery</vt:lpstr>
      <vt:lpstr>How NOT to make a presentation</vt:lpstr>
      <vt:lpstr>Part 1</vt:lpstr>
      <vt:lpstr>Explain new terms</vt:lpstr>
      <vt:lpstr>Example- Programming terms (No Explanation)</vt:lpstr>
      <vt:lpstr>Lists vs Detail</vt:lpstr>
      <vt:lpstr>Lists vs Detail </vt:lpstr>
      <vt:lpstr>Example- Programming terms (Explanation)</vt:lpstr>
      <vt:lpstr>Only skip terms if your audience knows those terms</vt:lpstr>
      <vt:lpstr>Pick Sources you understand and that fit your audience</vt:lpstr>
      <vt:lpstr>Resource Level Example</vt:lpstr>
      <vt:lpstr>Provide just enough detail</vt:lpstr>
      <vt:lpstr>Too simple vs too complex Gravity for high schoolers [3]</vt:lpstr>
      <vt:lpstr>Gravity for high schoolers [4]</vt:lpstr>
      <vt:lpstr>Phrases, not paragraphs [5]</vt:lpstr>
      <vt:lpstr>Insertion Sort [6]</vt:lpstr>
      <vt:lpstr>Part 2</vt:lpstr>
      <vt:lpstr>Poor fonts [7]</vt:lpstr>
      <vt:lpstr>Fun, but not for formal presentations.</vt:lpstr>
      <vt:lpstr>useful and cool fonts [8]</vt:lpstr>
      <vt:lpstr>High contrast Only</vt:lpstr>
      <vt:lpstr>Part 3</vt:lpstr>
      <vt:lpstr>Too many effects [7]</vt:lpstr>
      <vt:lpstr>Good</vt:lpstr>
      <vt:lpstr>Good Also</vt:lpstr>
      <vt:lpstr>Bad</vt:lpstr>
      <vt:lpstr>Bad also</vt:lpstr>
      <vt:lpstr>Random is Really Bad</vt:lpstr>
      <vt:lpstr>Poor color Choices and A good color choice [7]</vt:lpstr>
      <vt:lpstr>Part 4</vt:lpstr>
      <vt:lpstr>Dig deeper for images [57</vt:lpstr>
      <vt:lpstr>Find the Issue (From my presentation!) What is communication?</vt:lpstr>
      <vt:lpstr>The picture doesn’t relate to what I’m saying!</vt:lpstr>
      <vt:lpstr>My Improved Version (Took Me 4 Tries) What is communication?</vt:lpstr>
      <vt:lpstr>Avoid overly long videos.</vt:lpstr>
      <vt:lpstr>Too Long vs Just Right</vt:lpstr>
      <vt:lpstr>Conclusion</vt:lpstr>
      <vt:lpstr>Final Message</vt:lpstr>
      <vt:lpstr>Works Cited</vt:lpstr>
      <vt:lpstr>Images Cited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CJ  Conti</dc:creator>
  <cp:lastModifiedBy>CJ  Conti</cp:lastModifiedBy>
  <cp:revision>257</cp:revision>
  <dcterms:created xsi:type="dcterms:W3CDTF">2023-01-23T15:43:43Z</dcterms:created>
  <dcterms:modified xsi:type="dcterms:W3CDTF">2025-08-04T17:18:22Z</dcterms:modified>
</cp:coreProperties>
</file>