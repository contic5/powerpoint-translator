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8" r:id="rId1"/>
  </p:sldMasterIdLst>
  <p:sldIdLst>
    <p:sldId id="256" r:id="rId2"/>
    <p:sldId id="289" r:id="rId3"/>
    <p:sldId id="298" r:id="rId4"/>
    <p:sldId id="299" r:id="rId5"/>
    <p:sldId id="287" r:id="rId6"/>
    <p:sldId id="286" r:id="rId7"/>
    <p:sldId id="300" r:id="rId8"/>
    <p:sldId id="301" r:id="rId9"/>
    <p:sldId id="296" r:id="rId10"/>
    <p:sldId id="297" r:id="rId11"/>
    <p:sldId id="293" r:id="rId12"/>
    <p:sldId id="294" r:id="rId13"/>
    <p:sldId id="295" r:id="rId14"/>
    <p:sldId id="259" r:id="rId15"/>
    <p:sldId id="261" r:id="rId16"/>
    <p:sldId id="290" r:id="rId17"/>
    <p:sldId id="257" r:id="rId18"/>
    <p:sldId id="258" r:id="rId19"/>
    <p:sldId id="284" r:id="rId20"/>
    <p:sldId id="288" r:id="rId21"/>
    <p:sldId id="291" r:id="rId22"/>
    <p:sldId id="262" r:id="rId23"/>
    <p:sldId id="263" r:id="rId24"/>
    <p:sldId id="264" r:id="rId25"/>
    <p:sldId id="265" r:id="rId26"/>
    <p:sldId id="266" r:id="rId27"/>
    <p:sldId id="267" r:id="rId28"/>
    <p:sldId id="283" r:id="rId29"/>
    <p:sldId id="292" r:id="rId30"/>
    <p:sldId id="272" r:id="rId31"/>
    <p:sldId id="274" r:id="rId32"/>
    <p:sldId id="285" r:id="rId33"/>
    <p:sldId id="277" r:id="rId34"/>
    <p:sldId id="279" r:id="rId35"/>
    <p:sldId id="278" r:id="rId36"/>
    <p:sldId id="280" r:id="rId37"/>
    <p:sldId id="282" r:id="rId38"/>
    <p:sldId id="260" r:id="rId39"/>
    <p:sldId id="281" r:id="rId4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4F1F9"/>
    <a:srgbClr val="F2D16B"/>
    <a:srgbClr val="C2B28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577" autoAdjust="0"/>
    <p:restoredTop sz="94660"/>
  </p:normalViewPr>
  <p:slideViewPr>
    <p:cSldViewPr snapToGrid="0">
      <p:cViewPr varScale="1">
        <p:scale>
          <a:sx n="99" d="100"/>
          <a:sy n="99" d="100"/>
        </p:scale>
        <p:origin x="101"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6E60653-3E62-4937-9D85-8E5A0B698F90}"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18BBFF5B-46DA-493B-B245-1C9A8C7C75C0}">
      <dgm:prSet/>
      <dgm:spPr/>
      <dgm:t>
        <a:bodyPr/>
        <a:lstStyle/>
        <a:p>
          <a:r>
            <a:rPr lang="en-US" baseline="0" dirty="0"/>
            <a:t>Go to each element</a:t>
          </a:r>
          <a:endParaRPr lang="en-US" dirty="0"/>
        </a:p>
      </dgm:t>
    </dgm:pt>
    <dgm:pt modelId="{D6735635-63B8-437A-B643-477202BF859F}" type="parTrans" cxnId="{03953F68-284B-4044-B0BA-19FE60072AC9}">
      <dgm:prSet/>
      <dgm:spPr/>
      <dgm:t>
        <a:bodyPr/>
        <a:lstStyle/>
        <a:p>
          <a:endParaRPr lang="en-US"/>
        </a:p>
      </dgm:t>
    </dgm:pt>
    <dgm:pt modelId="{CFAC4C23-6D8F-487D-A88E-402A03053DE0}" type="sibTrans" cxnId="{03953F68-284B-4044-B0BA-19FE60072AC9}">
      <dgm:prSet/>
      <dgm:spPr/>
      <dgm:t>
        <a:bodyPr/>
        <a:lstStyle/>
        <a:p>
          <a:endParaRPr lang="en-US"/>
        </a:p>
      </dgm:t>
    </dgm:pt>
    <dgm:pt modelId="{E9338F90-D27F-4D3C-A89C-F603D16B9678}">
      <dgm:prSet/>
      <dgm:spPr/>
      <dgm:t>
        <a:bodyPr/>
        <a:lstStyle/>
        <a:p>
          <a:r>
            <a:rPr lang="en-US" baseline="0" dirty="0"/>
            <a:t>Keep moving that element left until:</a:t>
          </a:r>
          <a:endParaRPr lang="en-US" dirty="0"/>
        </a:p>
      </dgm:t>
    </dgm:pt>
    <dgm:pt modelId="{E7350416-EEAE-4EA4-BD18-B20519166F0E}" type="parTrans" cxnId="{00F56295-3CDB-441B-B380-1B08DB5ED715}">
      <dgm:prSet/>
      <dgm:spPr/>
      <dgm:t>
        <a:bodyPr/>
        <a:lstStyle/>
        <a:p>
          <a:endParaRPr lang="en-US"/>
        </a:p>
      </dgm:t>
    </dgm:pt>
    <dgm:pt modelId="{771A8466-3533-4F80-AB46-88F9FDEC0DB5}" type="sibTrans" cxnId="{00F56295-3CDB-441B-B380-1B08DB5ED715}">
      <dgm:prSet/>
      <dgm:spPr/>
      <dgm:t>
        <a:bodyPr/>
        <a:lstStyle/>
        <a:p>
          <a:endParaRPr lang="en-US"/>
        </a:p>
      </dgm:t>
    </dgm:pt>
    <dgm:pt modelId="{F2C40325-5D8D-4679-91CB-1500CB60A35B}">
      <dgm:prSet/>
      <dgm:spPr/>
      <dgm:t>
        <a:bodyPr/>
        <a:lstStyle/>
        <a:p>
          <a:r>
            <a:rPr lang="en-US" dirty="0"/>
            <a:t>Element is all the way left </a:t>
          </a:r>
          <a:r>
            <a:rPr lang="en-US" b="1" i="1" dirty="0"/>
            <a:t>or</a:t>
          </a:r>
        </a:p>
      </dgm:t>
    </dgm:pt>
    <dgm:pt modelId="{3B0BECD5-6470-4CBE-A805-28F5CD0FF9CB}" type="parTrans" cxnId="{49BD357B-837B-45EB-8083-1138EFEBB771}">
      <dgm:prSet/>
      <dgm:spPr/>
      <dgm:t>
        <a:bodyPr/>
        <a:lstStyle/>
        <a:p>
          <a:endParaRPr lang="en-US"/>
        </a:p>
      </dgm:t>
    </dgm:pt>
    <dgm:pt modelId="{0B40C3C6-D18E-47DE-A89B-85D19E88AFA8}" type="sibTrans" cxnId="{49BD357B-837B-45EB-8083-1138EFEBB771}">
      <dgm:prSet/>
      <dgm:spPr/>
      <dgm:t>
        <a:bodyPr/>
        <a:lstStyle/>
        <a:p>
          <a:endParaRPr lang="en-US"/>
        </a:p>
      </dgm:t>
    </dgm:pt>
    <dgm:pt modelId="{55A0F858-5BA0-4A54-9411-F82B47AD1994}">
      <dgm:prSet/>
      <dgm:spPr/>
      <dgm:t>
        <a:bodyPr/>
        <a:lstStyle/>
        <a:p>
          <a:r>
            <a:rPr lang="en-US" dirty="0"/>
            <a:t>Element to the left is smaller</a:t>
          </a:r>
        </a:p>
      </dgm:t>
    </dgm:pt>
    <dgm:pt modelId="{EF7C69FF-56D0-410C-9C96-98D6C402004A}" type="parTrans" cxnId="{2DA3A8F7-56DA-469D-9514-C6D4023B4AEF}">
      <dgm:prSet/>
      <dgm:spPr/>
      <dgm:t>
        <a:bodyPr/>
        <a:lstStyle/>
        <a:p>
          <a:endParaRPr lang="en-US"/>
        </a:p>
      </dgm:t>
    </dgm:pt>
    <dgm:pt modelId="{9957DE6F-C05B-437B-836B-448180717C1D}" type="sibTrans" cxnId="{2DA3A8F7-56DA-469D-9514-C6D4023B4AEF}">
      <dgm:prSet/>
      <dgm:spPr/>
      <dgm:t>
        <a:bodyPr/>
        <a:lstStyle/>
        <a:p>
          <a:endParaRPr lang="en-US"/>
        </a:p>
      </dgm:t>
    </dgm:pt>
    <dgm:pt modelId="{F0C29C60-96F0-4473-9128-EBE13D4C773A}" type="pres">
      <dgm:prSet presAssocID="{26E60653-3E62-4937-9D85-8E5A0B698F90}" presName="Name0" presStyleCnt="0">
        <dgm:presLayoutVars>
          <dgm:dir/>
          <dgm:animLvl val="lvl"/>
          <dgm:resizeHandles val="exact"/>
        </dgm:presLayoutVars>
      </dgm:prSet>
      <dgm:spPr/>
    </dgm:pt>
    <dgm:pt modelId="{81362E02-D047-4580-ADFF-BDEF78442421}" type="pres">
      <dgm:prSet presAssocID="{18BBFF5B-46DA-493B-B245-1C9A8C7C75C0}" presName="linNode" presStyleCnt="0"/>
      <dgm:spPr/>
    </dgm:pt>
    <dgm:pt modelId="{3C01D0B9-E63A-4F1C-BF8B-9EB2B52DD6F4}" type="pres">
      <dgm:prSet presAssocID="{18BBFF5B-46DA-493B-B245-1C9A8C7C75C0}" presName="parentText" presStyleLbl="node1" presStyleIdx="0" presStyleCnt="2">
        <dgm:presLayoutVars>
          <dgm:chMax val="1"/>
          <dgm:bulletEnabled val="1"/>
        </dgm:presLayoutVars>
      </dgm:prSet>
      <dgm:spPr/>
    </dgm:pt>
    <dgm:pt modelId="{F12A63FB-7278-426B-B67E-9A8CC0859434}" type="pres">
      <dgm:prSet presAssocID="{CFAC4C23-6D8F-487D-A88E-402A03053DE0}" presName="sp" presStyleCnt="0"/>
      <dgm:spPr/>
    </dgm:pt>
    <dgm:pt modelId="{E2FA0618-9BC3-477F-B5E4-D557318CBFC8}" type="pres">
      <dgm:prSet presAssocID="{E9338F90-D27F-4D3C-A89C-F603D16B9678}" presName="linNode" presStyleCnt="0"/>
      <dgm:spPr/>
    </dgm:pt>
    <dgm:pt modelId="{BA4EA8E8-2673-4492-99C5-485DBA113B9F}" type="pres">
      <dgm:prSet presAssocID="{E9338F90-D27F-4D3C-A89C-F603D16B9678}" presName="parentText" presStyleLbl="node1" presStyleIdx="1" presStyleCnt="2">
        <dgm:presLayoutVars>
          <dgm:chMax val="1"/>
          <dgm:bulletEnabled val="1"/>
        </dgm:presLayoutVars>
      </dgm:prSet>
      <dgm:spPr/>
    </dgm:pt>
    <dgm:pt modelId="{A2BE30C8-D45E-4F0F-868C-BC5F972FE82E}" type="pres">
      <dgm:prSet presAssocID="{E9338F90-D27F-4D3C-A89C-F603D16B9678}" presName="descendantText" presStyleLbl="alignAccFollowNode1" presStyleIdx="0" presStyleCnt="1">
        <dgm:presLayoutVars>
          <dgm:bulletEnabled val="1"/>
        </dgm:presLayoutVars>
      </dgm:prSet>
      <dgm:spPr/>
    </dgm:pt>
  </dgm:ptLst>
  <dgm:cxnLst>
    <dgm:cxn modelId="{07EFC405-89A2-4F53-9F67-FACE95EEC813}" type="presOf" srcId="{E9338F90-D27F-4D3C-A89C-F603D16B9678}" destId="{BA4EA8E8-2673-4492-99C5-485DBA113B9F}" srcOrd="0" destOrd="0" presId="urn:microsoft.com/office/officeart/2005/8/layout/vList5"/>
    <dgm:cxn modelId="{51E08D07-5EC5-477C-BD3A-8371C08268C6}" type="presOf" srcId="{55A0F858-5BA0-4A54-9411-F82B47AD1994}" destId="{A2BE30C8-D45E-4F0F-868C-BC5F972FE82E}" srcOrd="0" destOrd="1" presId="urn:microsoft.com/office/officeart/2005/8/layout/vList5"/>
    <dgm:cxn modelId="{8BED8463-69F7-46BC-B93C-497A2AEA92C3}" type="presOf" srcId="{26E60653-3E62-4937-9D85-8E5A0B698F90}" destId="{F0C29C60-96F0-4473-9128-EBE13D4C773A}" srcOrd="0" destOrd="0" presId="urn:microsoft.com/office/officeart/2005/8/layout/vList5"/>
    <dgm:cxn modelId="{03953F68-284B-4044-B0BA-19FE60072AC9}" srcId="{26E60653-3E62-4937-9D85-8E5A0B698F90}" destId="{18BBFF5B-46DA-493B-B245-1C9A8C7C75C0}" srcOrd="0" destOrd="0" parTransId="{D6735635-63B8-437A-B643-477202BF859F}" sibTransId="{CFAC4C23-6D8F-487D-A88E-402A03053DE0}"/>
    <dgm:cxn modelId="{04051B70-076A-4538-A6C9-D962EB7199E2}" type="presOf" srcId="{18BBFF5B-46DA-493B-B245-1C9A8C7C75C0}" destId="{3C01D0B9-E63A-4F1C-BF8B-9EB2B52DD6F4}" srcOrd="0" destOrd="0" presId="urn:microsoft.com/office/officeart/2005/8/layout/vList5"/>
    <dgm:cxn modelId="{EA915C56-0457-4786-BB04-D106E0B1A907}" type="presOf" srcId="{F2C40325-5D8D-4679-91CB-1500CB60A35B}" destId="{A2BE30C8-D45E-4F0F-868C-BC5F972FE82E}" srcOrd="0" destOrd="0" presId="urn:microsoft.com/office/officeart/2005/8/layout/vList5"/>
    <dgm:cxn modelId="{49BD357B-837B-45EB-8083-1138EFEBB771}" srcId="{E9338F90-D27F-4D3C-A89C-F603D16B9678}" destId="{F2C40325-5D8D-4679-91CB-1500CB60A35B}" srcOrd="0" destOrd="0" parTransId="{3B0BECD5-6470-4CBE-A805-28F5CD0FF9CB}" sibTransId="{0B40C3C6-D18E-47DE-A89B-85D19E88AFA8}"/>
    <dgm:cxn modelId="{00F56295-3CDB-441B-B380-1B08DB5ED715}" srcId="{26E60653-3E62-4937-9D85-8E5A0B698F90}" destId="{E9338F90-D27F-4D3C-A89C-F603D16B9678}" srcOrd="1" destOrd="0" parTransId="{E7350416-EEAE-4EA4-BD18-B20519166F0E}" sibTransId="{771A8466-3533-4F80-AB46-88F9FDEC0DB5}"/>
    <dgm:cxn modelId="{2DA3A8F7-56DA-469D-9514-C6D4023B4AEF}" srcId="{E9338F90-D27F-4D3C-A89C-F603D16B9678}" destId="{55A0F858-5BA0-4A54-9411-F82B47AD1994}" srcOrd="1" destOrd="0" parTransId="{EF7C69FF-56D0-410C-9C96-98D6C402004A}" sibTransId="{9957DE6F-C05B-437B-836B-448180717C1D}"/>
    <dgm:cxn modelId="{29CEEEDC-9EBF-4F36-AAD0-56D57F5252FB}" type="presParOf" srcId="{F0C29C60-96F0-4473-9128-EBE13D4C773A}" destId="{81362E02-D047-4580-ADFF-BDEF78442421}" srcOrd="0" destOrd="0" presId="urn:microsoft.com/office/officeart/2005/8/layout/vList5"/>
    <dgm:cxn modelId="{78633F10-2AB3-4311-AEB3-09E2BDDA72ED}" type="presParOf" srcId="{81362E02-D047-4580-ADFF-BDEF78442421}" destId="{3C01D0B9-E63A-4F1C-BF8B-9EB2B52DD6F4}" srcOrd="0" destOrd="0" presId="urn:microsoft.com/office/officeart/2005/8/layout/vList5"/>
    <dgm:cxn modelId="{89EFD846-A60C-46F4-877A-6CAC2F5F256B}" type="presParOf" srcId="{F0C29C60-96F0-4473-9128-EBE13D4C773A}" destId="{F12A63FB-7278-426B-B67E-9A8CC0859434}" srcOrd="1" destOrd="0" presId="urn:microsoft.com/office/officeart/2005/8/layout/vList5"/>
    <dgm:cxn modelId="{9DA94811-87EC-4652-ACD9-759C41DE674B}" type="presParOf" srcId="{F0C29C60-96F0-4473-9128-EBE13D4C773A}" destId="{E2FA0618-9BC3-477F-B5E4-D557318CBFC8}" srcOrd="2" destOrd="0" presId="urn:microsoft.com/office/officeart/2005/8/layout/vList5"/>
    <dgm:cxn modelId="{82309308-5EB8-47F5-A4DE-DFD6F17C1EE8}" type="presParOf" srcId="{E2FA0618-9BC3-477F-B5E4-D557318CBFC8}" destId="{BA4EA8E8-2673-4492-99C5-485DBA113B9F}" srcOrd="0" destOrd="0" presId="urn:microsoft.com/office/officeart/2005/8/layout/vList5"/>
    <dgm:cxn modelId="{9AACE640-8669-4D0C-A779-C4ED1886ADA9}" type="presParOf" srcId="{E2FA0618-9BC3-477F-B5E4-D557318CBFC8}" destId="{A2BE30C8-D45E-4F0F-868C-BC5F972FE82E}"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7C165B6-47C1-40ED-879D-EC6FE8B19782}" type="doc">
      <dgm:prSet loTypeId="urn:microsoft.com/office/officeart/2005/8/layout/default" loCatId="list" qsTypeId="urn:microsoft.com/office/officeart/2005/8/quickstyle/simple1" qsCatId="simple" csTypeId="urn:microsoft.com/office/officeart/2005/8/colors/accent1_2" csCatId="accent1"/>
      <dgm:spPr/>
      <dgm:t>
        <a:bodyPr/>
        <a:lstStyle/>
        <a:p>
          <a:endParaRPr lang="en-US"/>
        </a:p>
      </dgm:t>
    </dgm:pt>
    <dgm:pt modelId="{707E93AB-A17A-4C26-BBE1-EF31A60CA31D}">
      <dgm:prSet/>
      <dgm:spPr/>
      <dgm:t>
        <a:bodyPr/>
        <a:lstStyle/>
        <a:p>
          <a:r>
            <a:rPr lang="en-US"/>
            <a:t>Informal</a:t>
          </a:r>
        </a:p>
      </dgm:t>
    </dgm:pt>
    <dgm:pt modelId="{054FDAF3-E51E-4DFE-98C9-667704FA7FE4}" type="parTrans" cxnId="{BD5E364D-123C-49BD-A330-064E66FA0D8C}">
      <dgm:prSet/>
      <dgm:spPr/>
      <dgm:t>
        <a:bodyPr/>
        <a:lstStyle/>
        <a:p>
          <a:endParaRPr lang="en-US"/>
        </a:p>
      </dgm:t>
    </dgm:pt>
    <dgm:pt modelId="{59F0FA49-9305-44FB-88E4-265DB65736DD}" type="sibTrans" cxnId="{BD5E364D-123C-49BD-A330-064E66FA0D8C}">
      <dgm:prSet/>
      <dgm:spPr/>
      <dgm:t>
        <a:bodyPr/>
        <a:lstStyle/>
        <a:p>
          <a:endParaRPr lang="en-US"/>
        </a:p>
      </dgm:t>
    </dgm:pt>
    <dgm:pt modelId="{2D8F0E51-872F-4E73-B1AE-50325BEAE23F}">
      <dgm:prSet/>
      <dgm:spPr/>
      <dgm:t>
        <a:bodyPr/>
        <a:lstStyle/>
        <a:p>
          <a:r>
            <a:rPr lang="en-US"/>
            <a:t>Distracting</a:t>
          </a:r>
        </a:p>
      </dgm:t>
    </dgm:pt>
    <dgm:pt modelId="{35DD1A7C-5525-4880-9BCD-162479DAA7C1}" type="parTrans" cxnId="{4A6D2D20-0893-44CC-82FD-F59E569A90BE}">
      <dgm:prSet/>
      <dgm:spPr/>
      <dgm:t>
        <a:bodyPr/>
        <a:lstStyle/>
        <a:p>
          <a:endParaRPr lang="en-US"/>
        </a:p>
      </dgm:t>
    </dgm:pt>
    <dgm:pt modelId="{5B1C5796-DDBA-40D4-B072-A52E00293F18}" type="sibTrans" cxnId="{4A6D2D20-0893-44CC-82FD-F59E569A90BE}">
      <dgm:prSet/>
      <dgm:spPr/>
      <dgm:t>
        <a:bodyPr/>
        <a:lstStyle/>
        <a:p>
          <a:endParaRPr lang="en-US"/>
        </a:p>
      </dgm:t>
    </dgm:pt>
    <dgm:pt modelId="{A18BC634-74FC-4211-8188-694A04F53405}" type="pres">
      <dgm:prSet presAssocID="{57C165B6-47C1-40ED-879D-EC6FE8B19782}" presName="diagram" presStyleCnt="0">
        <dgm:presLayoutVars>
          <dgm:dir/>
          <dgm:resizeHandles val="exact"/>
        </dgm:presLayoutVars>
      </dgm:prSet>
      <dgm:spPr/>
    </dgm:pt>
    <dgm:pt modelId="{B6896343-1E81-465A-A23E-8BED8A2C2E9C}" type="pres">
      <dgm:prSet presAssocID="{707E93AB-A17A-4C26-BBE1-EF31A60CA31D}" presName="node" presStyleLbl="node1" presStyleIdx="0" presStyleCnt="2">
        <dgm:presLayoutVars>
          <dgm:bulletEnabled val="1"/>
        </dgm:presLayoutVars>
      </dgm:prSet>
      <dgm:spPr/>
    </dgm:pt>
    <dgm:pt modelId="{5E7D0EBC-51C8-499A-840D-0B158CE4C73A}" type="pres">
      <dgm:prSet presAssocID="{59F0FA49-9305-44FB-88E4-265DB65736DD}" presName="sibTrans" presStyleCnt="0"/>
      <dgm:spPr/>
    </dgm:pt>
    <dgm:pt modelId="{A8DC7447-7AB4-4A1A-9A2F-AE102890FBFC}" type="pres">
      <dgm:prSet presAssocID="{2D8F0E51-872F-4E73-B1AE-50325BEAE23F}" presName="node" presStyleLbl="node1" presStyleIdx="1" presStyleCnt="2">
        <dgm:presLayoutVars>
          <dgm:bulletEnabled val="1"/>
        </dgm:presLayoutVars>
      </dgm:prSet>
      <dgm:spPr/>
    </dgm:pt>
  </dgm:ptLst>
  <dgm:cxnLst>
    <dgm:cxn modelId="{4A6D2D20-0893-44CC-82FD-F59E569A90BE}" srcId="{57C165B6-47C1-40ED-879D-EC6FE8B19782}" destId="{2D8F0E51-872F-4E73-B1AE-50325BEAE23F}" srcOrd="1" destOrd="0" parTransId="{35DD1A7C-5525-4880-9BCD-162479DAA7C1}" sibTransId="{5B1C5796-DDBA-40D4-B072-A52E00293F18}"/>
    <dgm:cxn modelId="{BD5E364D-123C-49BD-A330-064E66FA0D8C}" srcId="{57C165B6-47C1-40ED-879D-EC6FE8B19782}" destId="{707E93AB-A17A-4C26-BBE1-EF31A60CA31D}" srcOrd="0" destOrd="0" parTransId="{054FDAF3-E51E-4DFE-98C9-667704FA7FE4}" sibTransId="{59F0FA49-9305-44FB-88E4-265DB65736DD}"/>
    <dgm:cxn modelId="{0A5247AA-6497-4683-BEEB-D8879162BB39}" type="presOf" srcId="{57C165B6-47C1-40ED-879D-EC6FE8B19782}" destId="{A18BC634-74FC-4211-8188-694A04F53405}" srcOrd="0" destOrd="0" presId="urn:microsoft.com/office/officeart/2005/8/layout/default"/>
    <dgm:cxn modelId="{0C7A62BA-3D81-47C2-B7A4-B02DCEBAA9E4}" type="presOf" srcId="{707E93AB-A17A-4C26-BBE1-EF31A60CA31D}" destId="{B6896343-1E81-465A-A23E-8BED8A2C2E9C}" srcOrd="0" destOrd="0" presId="urn:microsoft.com/office/officeart/2005/8/layout/default"/>
    <dgm:cxn modelId="{02EE30E2-4CB6-4813-9C38-78444EEF7D8C}" type="presOf" srcId="{2D8F0E51-872F-4E73-B1AE-50325BEAE23F}" destId="{A8DC7447-7AB4-4A1A-9A2F-AE102890FBFC}" srcOrd="0" destOrd="0" presId="urn:microsoft.com/office/officeart/2005/8/layout/default"/>
    <dgm:cxn modelId="{57675944-4766-4B12-BD79-8F5BB59288D7}" type="presParOf" srcId="{A18BC634-74FC-4211-8188-694A04F53405}" destId="{B6896343-1E81-465A-A23E-8BED8A2C2E9C}" srcOrd="0" destOrd="0" presId="urn:microsoft.com/office/officeart/2005/8/layout/default"/>
    <dgm:cxn modelId="{838DE2FC-CA59-48F8-AC42-6A8E186E549A}" type="presParOf" srcId="{A18BC634-74FC-4211-8188-694A04F53405}" destId="{5E7D0EBC-51C8-499A-840D-0B158CE4C73A}" srcOrd="1" destOrd="0" presId="urn:microsoft.com/office/officeart/2005/8/layout/default"/>
    <dgm:cxn modelId="{0B4DCAD1-0812-4192-950D-124171B5FC6C}" type="presParOf" srcId="{A18BC634-74FC-4211-8188-694A04F53405}" destId="{A8DC7447-7AB4-4A1A-9A2F-AE102890FBFC}" srcOrd="2"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EC4DF3F-AD94-4843-B79E-BC53F7AA1923}" type="doc">
      <dgm:prSet loTypeId="urn:microsoft.com/office/officeart/2005/8/layout/default" loCatId="list" qsTypeId="urn:microsoft.com/office/officeart/2005/8/quickstyle/simple1" qsCatId="simple" csTypeId="urn:microsoft.com/office/officeart/2005/8/colors/accent1_2" csCatId="accent1"/>
      <dgm:spPr/>
      <dgm:t>
        <a:bodyPr/>
        <a:lstStyle/>
        <a:p>
          <a:endParaRPr lang="en-US"/>
        </a:p>
      </dgm:t>
    </dgm:pt>
    <dgm:pt modelId="{943C7844-2F12-4925-BA29-4ED38A480DCE}">
      <dgm:prSet/>
      <dgm:spPr/>
      <dgm:t>
        <a:bodyPr/>
        <a:lstStyle/>
        <a:p>
          <a:r>
            <a:rPr lang="en-US"/>
            <a:t>4 Minutes at most.</a:t>
          </a:r>
        </a:p>
      </dgm:t>
    </dgm:pt>
    <dgm:pt modelId="{77295392-277A-49C2-B59C-858811FE6623}" type="parTrans" cxnId="{50F06A2E-1ACB-4B3E-8CA9-565C62FC054F}">
      <dgm:prSet/>
      <dgm:spPr/>
      <dgm:t>
        <a:bodyPr/>
        <a:lstStyle/>
        <a:p>
          <a:endParaRPr lang="en-US"/>
        </a:p>
      </dgm:t>
    </dgm:pt>
    <dgm:pt modelId="{C9BCF0BA-B0CB-4064-B288-0BDE051AE8FB}" type="sibTrans" cxnId="{50F06A2E-1ACB-4B3E-8CA9-565C62FC054F}">
      <dgm:prSet/>
      <dgm:spPr/>
      <dgm:t>
        <a:bodyPr/>
        <a:lstStyle/>
        <a:p>
          <a:endParaRPr lang="en-US"/>
        </a:p>
      </dgm:t>
    </dgm:pt>
    <dgm:pt modelId="{C4D73E82-5390-450E-9E91-E6E17A7C2AFE}">
      <dgm:prSet/>
      <dgm:spPr/>
      <dgm:t>
        <a:bodyPr/>
        <a:lstStyle/>
        <a:p>
          <a:r>
            <a:rPr lang="en-US"/>
            <a:t>You’re not talking that long.</a:t>
          </a:r>
        </a:p>
      </dgm:t>
    </dgm:pt>
    <dgm:pt modelId="{C94074A0-4F87-4054-B75F-E6993E4096C2}" type="parTrans" cxnId="{A8748AC1-DECE-4A73-9F4F-82CA5D8AE521}">
      <dgm:prSet/>
      <dgm:spPr/>
      <dgm:t>
        <a:bodyPr/>
        <a:lstStyle/>
        <a:p>
          <a:endParaRPr lang="en-US"/>
        </a:p>
      </dgm:t>
    </dgm:pt>
    <dgm:pt modelId="{1A812DC9-1DB1-4C39-A74B-045C7A4E1B96}" type="sibTrans" cxnId="{A8748AC1-DECE-4A73-9F4F-82CA5D8AE521}">
      <dgm:prSet/>
      <dgm:spPr/>
      <dgm:t>
        <a:bodyPr/>
        <a:lstStyle/>
        <a:p>
          <a:endParaRPr lang="en-US"/>
        </a:p>
      </dgm:t>
    </dgm:pt>
    <dgm:pt modelId="{CE413404-7222-4136-8564-6FA2921F5E67}">
      <dgm:prSet/>
      <dgm:spPr/>
      <dgm:t>
        <a:bodyPr/>
        <a:lstStyle/>
        <a:p>
          <a:r>
            <a:rPr lang="en-US"/>
            <a:t>Mainly your words, not a video’s words.</a:t>
          </a:r>
        </a:p>
      </dgm:t>
    </dgm:pt>
    <dgm:pt modelId="{21626143-F855-4CFB-8185-B0859A2AC77A}" type="parTrans" cxnId="{9517C547-A321-446A-B91B-F832B1F296E6}">
      <dgm:prSet/>
      <dgm:spPr/>
      <dgm:t>
        <a:bodyPr/>
        <a:lstStyle/>
        <a:p>
          <a:endParaRPr lang="en-US"/>
        </a:p>
      </dgm:t>
    </dgm:pt>
    <dgm:pt modelId="{82730298-A73F-48A2-91C9-7B256B44F513}" type="sibTrans" cxnId="{9517C547-A321-446A-B91B-F832B1F296E6}">
      <dgm:prSet/>
      <dgm:spPr/>
      <dgm:t>
        <a:bodyPr/>
        <a:lstStyle/>
        <a:p>
          <a:endParaRPr lang="en-US"/>
        </a:p>
      </dgm:t>
    </dgm:pt>
    <dgm:pt modelId="{3291863C-456D-4118-9CC0-31F44ED9B858}" type="pres">
      <dgm:prSet presAssocID="{0EC4DF3F-AD94-4843-B79E-BC53F7AA1923}" presName="diagram" presStyleCnt="0">
        <dgm:presLayoutVars>
          <dgm:dir/>
          <dgm:resizeHandles val="exact"/>
        </dgm:presLayoutVars>
      </dgm:prSet>
      <dgm:spPr/>
    </dgm:pt>
    <dgm:pt modelId="{5F888291-EDCC-41EB-B308-FC85A84D8998}" type="pres">
      <dgm:prSet presAssocID="{943C7844-2F12-4925-BA29-4ED38A480DCE}" presName="node" presStyleLbl="node1" presStyleIdx="0" presStyleCnt="3">
        <dgm:presLayoutVars>
          <dgm:bulletEnabled val="1"/>
        </dgm:presLayoutVars>
      </dgm:prSet>
      <dgm:spPr/>
    </dgm:pt>
    <dgm:pt modelId="{31A9C4C2-B9FC-410D-ABEC-B4A4B2824B24}" type="pres">
      <dgm:prSet presAssocID="{C9BCF0BA-B0CB-4064-B288-0BDE051AE8FB}" presName="sibTrans" presStyleCnt="0"/>
      <dgm:spPr/>
    </dgm:pt>
    <dgm:pt modelId="{ED9A1C78-B8D3-4737-B874-0AEB1839C131}" type="pres">
      <dgm:prSet presAssocID="{C4D73E82-5390-450E-9E91-E6E17A7C2AFE}" presName="node" presStyleLbl="node1" presStyleIdx="1" presStyleCnt="3">
        <dgm:presLayoutVars>
          <dgm:bulletEnabled val="1"/>
        </dgm:presLayoutVars>
      </dgm:prSet>
      <dgm:spPr/>
    </dgm:pt>
    <dgm:pt modelId="{9A13D61A-C460-47A4-A38E-4293575B98A7}" type="pres">
      <dgm:prSet presAssocID="{1A812DC9-1DB1-4C39-A74B-045C7A4E1B96}" presName="sibTrans" presStyleCnt="0"/>
      <dgm:spPr/>
    </dgm:pt>
    <dgm:pt modelId="{69E7E2E2-9932-4CA9-8D28-1753ABF02BCB}" type="pres">
      <dgm:prSet presAssocID="{CE413404-7222-4136-8564-6FA2921F5E67}" presName="node" presStyleLbl="node1" presStyleIdx="2" presStyleCnt="3">
        <dgm:presLayoutVars>
          <dgm:bulletEnabled val="1"/>
        </dgm:presLayoutVars>
      </dgm:prSet>
      <dgm:spPr/>
    </dgm:pt>
  </dgm:ptLst>
  <dgm:cxnLst>
    <dgm:cxn modelId="{D02C9D14-AFD2-4BE2-B34E-D37DCF9275C3}" type="presOf" srcId="{C4D73E82-5390-450E-9E91-E6E17A7C2AFE}" destId="{ED9A1C78-B8D3-4737-B874-0AEB1839C131}" srcOrd="0" destOrd="0" presId="urn:microsoft.com/office/officeart/2005/8/layout/default"/>
    <dgm:cxn modelId="{50F06A2E-1ACB-4B3E-8CA9-565C62FC054F}" srcId="{0EC4DF3F-AD94-4843-B79E-BC53F7AA1923}" destId="{943C7844-2F12-4925-BA29-4ED38A480DCE}" srcOrd="0" destOrd="0" parTransId="{77295392-277A-49C2-B59C-858811FE6623}" sibTransId="{C9BCF0BA-B0CB-4064-B288-0BDE051AE8FB}"/>
    <dgm:cxn modelId="{CF63CF33-CC33-4D10-9E1F-69D226D98665}" type="presOf" srcId="{943C7844-2F12-4925-BA29-4ED38A480DCE}" destId="{5F888291-EDCC-41EB-B308-FC85A84D8998}" srcOrd="0" destOrd="0" presId="urn:microsoft.com/office/officeart/2005/8/layout/default"/>
    <dgm:cxn modelId="{9517C547-A321-446A-B91B-F832B1F296E6}" srcId="{0EC4DF3F-AD94-4843-B79E-BC53F7AA1923}" destId="{CE413404-7222-4136-8564-6FA2921F5E67}" srcOrd="2" destOrd="0" parTransId="{21626143-F855-4CFB-8185-B0859A2AC77A}" sibTransId="{82730298-A73F-48A2-91C9-7B256B44F513}"/>
    <dgm:cxn modelId="{7C0F2169-4859-49B9-A79A-4F71B4284133}" type="presOf" srcId="{0EC4DF3F-AD94-4843-B79E-BC53F7AA1923}" destId="{3291863C-456D-4118-9CC0-31F44ED9B858}" srcOrd="0" destOrd="0" presId="urn:microsoft.com/office/officeart/2005/8/layout/default"/>
    <dgm:cxn modelId="{C821BC7B-4A90-456B-A4C6-75D09349E280}" type="presOf" srcId="{CE413404-7222-4136-8564-6FA2921F5E67}" destId="{69E7E2E2-9932-4CA9-8D28-1753ABF02BCB}" srcOrd="0" destOrd="0" presId="urn:microsoft.com/office/officeart/2005/8/layout/default"/>
    <dgm:cxn modelId="{A8748AC1-DECE-4A73-9F4F-82CA5D8AE521}" srcId="{0EC4DF3F-AD94-4843-B79E-BC53F7AA1923}" destId="{C4D73E82-5390-450E-9E91-E6E17A7C2AFE}" srcOrd="1" destOrd="0" parTransId="{C94074A0-4F87-4054-B75F-E6993E4096C2}" sibTransId="{1A812DC9-1DB1-4C39-A74B-045C7A4E1B96}"/>
    <dgm:cxn modelId="{F7740936-95D3-48E3-BAE9-369128A681E5}" type="presParOf" srcId="{3291863C-456D-4118-9CC0-31F44ED9B858}" destId="{5F888291-EDCC-41EB-B308-FC85A84D8998}" srcOrd="0" destOrd="0" presId="urn:microsoft.com/office/officeart/2005/8/layout/default"/>
    <dgm:cxn modelId="{D517CE23-2CBA-4D1E-9A65-D8377FF57A06}" type="presParOf" srcId="{3291863C-456D-4118-9CC0-31F44ED9B858}" destId="{31A9C4C2-B9FC-410D-ABEC-B4A4B2824B24}" srcOrd="1" destOrd="0" presId="urn:microsoft.com/office/officeart/2005/8/layout/default"/>
    <dgm:cxn modelId="{386C1C61-B83F-42B5-82D9-F623E669427C}" type="presParOf" srcId="{3291863C-456D-4118-9CC0-31F44ED9B858}" destId="{ED9A1C78-B8D3-4737-B874-0AEB1839C131}" srcOrd="2" destOrd="0" presId="urn:microsoft.com/office/officeart/2005/8/layout/default"/>
    <dgm:cxn modelId="{E4C5B222-CA61-4046-A0DC-5FFD7A6EBC62}" type="presParOf" srcId="{3291863C-456D-4118-9CC0-31F44ED9B858}" destId="{9A13D61A-C460-47A4-A38E-4293575B98A7}" srcOrd="3" destOrd="0" presId="urn:microsoft.com/office/officeart/2005/8/layout/default"/>
    <dgm:cxn modelId="{DB915B50-A2DF-47C8-8BF5-7BF647D93023}" type="presParOf" srcId="{3291863C-456D-4118-9CC0-31F44ED9B858}" destId="{69E7E2E2-9932-4CA9-8D28-1753ABF02BCB}" srcOrd="4"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3FBACA9-8EF2-4A67-BBB8-0415A37B30E9}"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E8BD86DC-1DD6-4C0F-B67F-F1108A7CAFAD}">
      <dgm:prSet/>
      <dgm:spPr/>
      <dgm:t>
        <a:bodyPr/>
        <a:lstStyle/>
        <a:p>
          <a:r>
            <a:rPr lang="en-US"/>
            <a:t>Presentations are hard</a:t>
          </a:r>
        </a:p>
      </dgm:t>
    </dgm:pt>
    <dgm:pt modelId="{05BF1D19-C0D0-4D9F-887E-230A0D7302EB}" type="parTrans" cxnId="{D017BFB4-27CB-4F4D-A0EF-EAD765E5D29C}">
      <dgm:prSet/>
      <dgm:spPr/>
      <dgm:t>
        <a:bodyPr/>
        <a:lstStyle/>
        <a:p>
          <a:endParaRPr lang="en-US"/>
        </a:p>
      </dgm:t>
    </dgm:pt>
    <dgm:pt modelId="{7E637DB0-F273-46E4-ACA5-13244240BC11}" type="sibTrans" cxnId="{D017BFB4-27CB-4F4D-A0EF-EAD765E5D29C}">
      <dgm:prSet/>
      <dgm:spPr/>
      <dgm:t>
        <a:bodyPr/>
        <a:lstStyle/>
        <a:p>
          <a:endParaRPr lang="en-US"/>
        </a:p>
      </dgm:t>
    </dgm:pt>
    <dgm:pt modelId="{F5095A17-33AF-47C6-9817-2213A962EEC3}">
      <dgm:prSet/>
      <dgm:spPr/>
      <dgm:t>
        <a:bodyPr/>
        <a:lstStyle/>
        <a:p>
          <a:r>
            <a:rPr lang="en-US"/>
            <a:t>They’re hard for me as well</a:t>
          </a:r>
        </a:p>
      </dgm:t>
    </dgm:pt>
    <dgm:pt modelId="{7C5C4D38-9D95-4DF6-9151-2A00B787812A}" type="parTrans" cxnId="{2CA95F6A-6FAD-4CAA-80F6-E028EDA2B62C}">
      <dgm:prSet/>
      <dgm:spPr/>
      <dgm:t>
        <a:bodyPr/>
        <a:lstStyle/>
        <a:p>
          <a:endParaRPr lang="en-US"/>
        </a:p>
      </dgm:t>
    </dgm:pt>
    <dgm:pt modelId="{A526D0CA-21E5-443A-B690-81888A6C329A}" type="sibTrans" cxnId="{2CA95F6A-6FAD-4CAA-80F6-E028EDA2B62C}">
      <dgm:prSet/>
      <dgm:spPr/>
      <dgm:t>
        <a:bodyPr/>
        <a:lstStyle/>
        <a:p>
          <a:endParaRPr lang="en-US"/>
        </a:p>
      </dgm:t>
    </dgm:pt>
    <dgm:pt modelId="{4ADFAA60-8E83-4CC7-B3D9-425F6175542F}">
      <dgm:prSet/>
      <dgm:spPr/>
      <dgm:t>
        <a:bodyPr/>
        <a:lstStyle/>
        <a:p>
          <a:r>
            <a:rPr lang="en-US"/>
            <a:t>You’re learning new skills</a:t>
          </a:r>
        </a:p>
      </dgm:t>
    </dgm:pt>
    <dgm:pt modelId="{909E4D85-2529-4DB4-851B-B04A782B3033}" type="parTrans" cxnId="{DAFD1348-DA9A-4E36-B52B-27D1023BD312}">
      <dgm:prSet/>
      <dgm:spPr/>
      <dgm:t>
        <a:bodyPr/>
        <a:lstStyle/>
        <a:p>
          <a:endParaRPr lang="en-US"/>
        </a:p>
      </dgm:t>
    </dgm:pt>
    <dgm:pt modelId="{7B9A9941-8AB4-4111-B740-85F54B8B69D3}" type="sibTrans" cxnId="{DAFD1348-DA9A-4E36-B52B-27D1023BD312}">
      <dgm:prSet/>
      <dgm:spPr/>
      <dgm:t>
        <a:bodyPr/>
        <a:lstStyle/>
        <a:p>
          <a:endParaRPr lang="en-US"/>
        </a:p>
      </dgm:t>
    </dgm:pt>
    <dgm:pt modelId="{61E78996-E668-45E6-AB88-4902407D2C76}">
      <dgm:prSet/>
      <dgm:spPr/>
      <dgm:t>
        <a:bodyPr/>
        <a:lstStyle/>
        <a:p>
          <a:r>
            <a:rPr lang="en-US"/>
            <a:t>Be kind to yourself</a:t>
          </a:r>
        </a:p>
      </dgm:t>
    </dgm:pt>
    <dgm:pt modelId="{25FA9AD6-F4C4-4F98-A831-A52BF73A5D49}" type="parTrans" cxnId="{64419F96-C279-44BA-BDF7-81DA4003B9FC}">
      <dgm:prSet/>
      <dgm:spPr/>
      <dgm:t>
        <a:bodyPr/>
        <a:lstStyle/>
        <a:p>
          <a:endParaRPr lang="en-US"/>
        </a:p>
      </dgm:t>
    </dgm:pt>
    <dgm:pt modelId="{7C8F4367-DBD2-44DD-B07F-1CDFDE95FAB5}" type="sibTrans" cxnId="{64419F96-C279-44BA-BDF7-81DA4003B9FC}">
      <dgm:prSet/>
      <dgm:spPr/>
      <dgm:t>
        <a:bodyPr/>
        <a:lstStyle/>
        <a:p>
          <a:endParaRPr lang="en-US"/>
        </a:p>
      </dgm:t>
    </dgm:pt>
    <dgm:pt modelId="{D983DB48-D524-4A23-B04E-0388B012885E}" type="pres">
      <dgm:prSet presAssocID="{33FBACA9-8EF2-4A67-BBB8-0415A37B30E9}" presName="linear" presStyleCnt="0">
        <dgm:presLayoutVars>
          <dgm:animLvl val="lvl"/>
          <dgm:resizeHandles val="exact"/>
        </dgm:presLayoutVars>
      </dgm:prSet>
      <dgm:spPr/>
    </dgm:pt>
    <dgm:pt modelId="{7B1A7E02-D6E1-4168-A539-FFC52E785FC7}" type="pres">
      <dgm:prSet presAssocID="{E8BD86DC-1DD6-4C0F-B67F-F1108A7CAFAD}" presName="parentText" presStyleLbl="node1" presStyleIdx="0" presStyleCnt="4">
        <dgm:presLayoutVars>
          <dgm:chMax val="0"/>
          <dgm:bulletEnabled val="1"/>
        </dgm:presLayoutVars>
      </dgm:prSet>
      <dgm:spPr/>
    </dgm:pt>
    <dgm:pt modelId="{FE34C4CC-8F61-47E1-9C04-62CF37872F1F}" type="pres">
      <dgm:prSet presAssocID="{7E637DB0-F273-46E4-ACA5-13244240BC11}" presName="spacer" presStyleCnt="0"/>
      <dgm:spPr/>
    </dgm:pt>
    <dgm:pt modelId="{323C677E-0726-405A-B038-7395D31694BE}" type="pres">
      <dgm:prSet presAssocID="{F5095A17-33AF-47C6-9817-2213A962EEC3}" presName="parentText" presStyleLbl="node1" presStyleIdx="1" presStyleCnt="4">
        <dgm:presLayoutVars>
          <dgm:chMax val="0"/>
          <dgm:bulletEnabled val="1"/>
        </dgm:presLayoutVars>
      </dgm:prSet>
      <dgm:spPr/>
    </dgm:pt>
    <dgm:pt modelId="{BC53E821-F2CD-4DF4-8678-FC52A37E55A3}" type="pres">
      <dgm:prSet presAssocID="{A526D0CA-21E5-443A-B690-81888A6C329A}" presName="spacer" presStyleCnt="0"/>
      <dgm:spPr/>
    </dgm:pt>
    <dgm:pt modelId="{0CD38F2B-AC45-4111-81E3-066F0FBB9446}" type="pres">
      <dgm:prSet presAssocID="{4ADFAA60-8E83-4CC7-B3D9-425F6175542F}" presName="parentText" presStyleLbl="node1" presStyleIdx="2" presStyleCnt="4">
        <dgm:presLayoutVars>
          <dgm:chMax val="0"/>
          <dgm:bulletEnabled val="1"/>
        </dgm:presLayoutVars>
      </dgm:prSet>
      <dgm:spPr/>
    </dgm:pt>
    <dgm:pt modelId="{25249BB2-C474-465F-BB35-3CF815BADCD8}" type="pres">
      <dgm:prSet presAssocID="{7B9A9941-8AB4-4111-B740-85F54B8B69D3}" presName="spacer" presStyleCnt="0"/>
      <dgm:spPr/>
    </dgm:pt>
    <dgm:pt modelId="{E87AFDB5-C39D-4DA9-BF01-0B6B00A5479C}" type="pres">
      <dgm:prSet presAssocID="{61E78996-E668-45E6-AB88-4902407D2C76}" presName="parentText" presStyleLbl="node1" presStyleIdx="3" presStyleCnt="4">
        <dgm:presLayoutVars>
          <dgm:chMax val="0"/>
          <dgm:bulletEnabled val="1"/>
        </dgm:presLayoutVars>
      </dgm:prSet>
      <dgm:spPr/>
    </dgm:pt>
  </dgm:ptLst>
  <dgm:cxnLst>
    <dgm:cxn modelId="{991FBD36-3CAE-4EC5-AF76-F1CA77A4B3EF}" type="presOf" srcId="{4ADFAA60-8E83-4CC7-B3D9-425F6175542F}" destId="{0CD38F2B-AC45-4111-81E3-066F0FBB9446}" srcOrd="0" destOrd="0" presId="urn:microsoft.com/office/officeart/2005/8/layout/vList2"/>
    <dgm:cxn modelId="{40CB243F-E5E8-4FA4-BCE8-C2F20B1625C4}" type="presOf" srcId="{61E78996-E668-45E6-AB88-4902407D2C76}" destId="{E87AFDB5-C39D-4DA9-BF01-0B6B00A5479C}" srcOrd="0" destOrd="0" presId="urn:microsoft.com/office/officeart/2005/8/layout/vList2"/>
    <dgm:cxn modelId="{70245742-DE73-4BF5-875A-5FD5B76EC600}" type="presOf" srcId="{F5095A17-33AF-47C6-9817-2213A962EEC3}" destId="{323C677E-0726-405A-B038-7395D31694BE}" srcOrd="0" destOrd="0" presId="urn:microsoft.com/office/officeart/2005/8/layout/vList2"/>
    <dgm:cxn modelId="{DAFD1348-DA9A-4E36-B52B-27D1023BD312}" srcId="{33FBACA9-8EF2-4A67-BBB8-0415A37B30E9}" destId="{4ADFAA60-8E83-4CC7-B3D9-425F6175542F}" srcOrd="2" destOrd="0" parTransId="{909E4D85-2529-4DB4-851B-B04A782B3033}" sibTransId="{7B9A9941-8AB4-4111-B740-85F54B8B69D3}"/>
    <dgm:cxn modelId="{2CA95F6A-6FAD-4CAA-80F6-E028EDA2B62C}" srcId="{33FBACA9-8EF2-4A67-BBB8-0415A37B30E9}" destId="{F5095A17-33AF-47C6-9817-2213A962EEC3}" srcOrd="1" destOrd="0" parTransId="{7C5C4D38-9D95-4DF6-9151-2A00B787812A}" sibTransId="{A526D0CA-21E5-443A-B690-81888A6C329A}"/>
    <dgm:cxn modelId="{AB93CE92-C8AA-44A3-83D9-DC22777A2944}" type="presOf" srcId="{E8BD86DC-1DD6-4C0F-B67F-F1108A7CAFAD}" destId="{7B1A7E02-D6E1-4168-A539-FFC52E785FC7}" srcOrd="0" destOrd="0" presId="urn:microsoft.com/office/officeart/2005/8/layout/vList2"/>
    <dgm:cxn modelId="{64419F96-C279-44BA-BDF7-81DA4003B9FC}" srcId="{33FBACA9-8EF2-4A67-BBB8-0415A37B30E9}" destId="{61E78996-E668-45E6-AB88-4902407D2C76}" srcOrd="3" destOrd="0" parTransId="{25FA9AD6-F4C4-4F98-A831-A52BF73A5D49}" sibTransId="{7C8F4367-DBD2-44DD-B07F-1CDFDE95FAB5}"/>
    <dgm:cxn modelId="{D017BFB4-27CB-4F4D-A0EF-EAD765E5D29C}" srcId="{33FBACA9-8EF2-4A67-BBB8-0415A37B30E9}" destId="{E8BD86DC-1DD6-4C0F-B67F-F1108A7CAFAD}" srcOrd="0" destOrd="0" parTransId="{05BF1D19-C0D0-4D9F-887E-230A0D7302EB}" sibTransId="{7E637DB0-F273-46E4-ACA5-13244240BC11}"/>
    <dgm:cxn modelId="{1B71FDF1-72A4-40E7-9DDF-BD0FC401947C}" type="presOf" srcId="{33FBACA9-8EF2-4A67-BBB8-0415A37B30E9}" destId="{D983DB48-D524-4A23-B04E-0388B012885E}" srcOrd="0" destOrd="0" presId="urn:microsoft.com/office/officeart/2005/8/layout/vList2"/>
    <dgm:cxn modelId="{A178619E-7CCE-4026-B6BA-0E0BEB2BB2F7}" type="presParOf" srcId="{D983DB48-D524-4A23-B04E-0388B012885E}" destId="{7B1A7E02-D6E1-4168-A539-FFC52E785FC7}" srcOrd="0" destOrd="0" presId="urn:microsoft.com/office/officeart/2005/8/layout/vList2"/>
    <dgm:cxn modelId="{0B0FA9C0-97D2-492C-A8FB-84950AC91B7D}" type="presParOf" srcId="{D983DB48-D524-4A23-B04E-0388B012885E}" destId="{FE34C4CC-8F61-47E1-9C04-62CF37872F1F}" srcOrd="1" destOrd="0" presId="urn:microsoft.com/office/officeart/2005/8/layout/vList2"/>
    <dgm:cxn modelId="{29AE6C79-E005-47E9-B4F2-5F54FEA4332B}" type="presParOf" srcId="{D983DB48-D524-4A23-B04E-0388B012885E}" destId="{323C677E-0726-405A-B038-7395D31694BE}" srcOrd="2" destOrd="0" presId="urn:microsoft.com/office/officeart/2005/8/layout/vList2"/>
    <dgm:cxn modelId="{BE8B8D5F-25BC-4784-8308-68C7AC3E64B2}" type="presParOf" srcId="{D983DB48-D524-4A23-B04E-0388B012885E}" destId="{BC53E821-F2CD-4DF4-8678-FC52A37E55A3}" srcOrd="3" destOrd="0" presId="urn:microsoft.com/office/officeart/2005/8/layout/vList2"/>
    <dgm:cxn modelId="{06C915E5-7FB3-43B2-B059-C1D0C7A6639B}" type="presParOf" srcId="{D983DB48-D524-4A23-B04E-0388B012885E}" destId="{0CD38F2B-AC45-4111-81E3-066F0FBB9446}" srcOrd="4" destOrd="0" presId="urn:microsoft.com/office/officeart/2005/8/layout/vList2"/>
    <dgm:cxn modelId="{72E81B65-0EBA-4996-A825-C7776456E920}" type="presParOf" srcId="{D983DB48-D524-4A23-B04E-0388B012885E}" destId="{25249BB2-C474-465F-BB35-3CF815BADCD8}" srcOrd="5" destOrd="0" presId="urn:microsoft.com/office/officeart/2005/8/layout/vList2"/>
    <dgm:cxn modelId="{16827930-E095-4A00-867C-305A75D3FC4F}" type="presParOf" srcId="{D983DB48-D524-4A23-B04E-0388B012885E}" destId="{E87AFDB5-C39D-4DA9-BF01-0B6B00A5479C}"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C01D0B9-E63A-4F1C-BF8B-9EB2B52DD6F4}">
      <dsp:nvSpPr>
        <dsp:cNvPr id="0" name=""/>
        <dsp:cNvSpPr/>
      </dsp:nvSpPr>
      <dsp:spPr>
        <a:xfrm>
          <a:off x="0" y="20"/>
          <a:ext cx="1672254" cy="836321"/>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32385" rIns="64770" bIns="32385" numCol="1" spcCol="1270" anchor="ctr" anchorCtr="0">
          <a:noAutofit/>
        </a:bodyPr>
        <a:lstStyle/>
        <a:p>
          <a:pPr marL="0" lvl="0" indent="0" algn="ctr" defTabSz="755650">
            <a:lnSpc>
              <a:spcPct val="90000"/>
            </a:lnSpc>
            <a:spcBef>
              <a:spcPct val="0"/>
            </a:spcBef>
            <a:spcAft>
              <a:spcPct val="35000"/>
            </a:spcAft>
            <a:buNone/>
          </a:pPr>
          <a:r>
            <a:rPr lang="en-US" sz="1700" kern="1200" baseline="0" dirty="0"/>
            <a:t>Go to each element</a:t>
          </a:r>
          <a:endParaRPr lang="en-US" sz="1700" kern="1200" dirty="0"/>
        </a:p>
      </dsp:txBody>
      <dsp:txXfrm>
        <a:off x="40826" y="40846"/>
        <a:ext cx="1590602" cy="754669"/>
      </dsp:txXfrm>
    </dsp:sp>
    <dsp:sp modelId="{A2BE30C8-D45E-4F0F-868C-BC5F972FE82E}">
      <dsp:nvSpPr>
        <dsp:cNvPr id="0" name=""/>
        <dsp:cNvSpPr/>
      </dsp:nvSpPr>
      <dsp:spPr>
        <a:xfrm rot="5400000">
          <a:off x="2824174" y="-190130"/>
          <a:ext cx="669056" cy="2972897"/>
        </a:xfrm>
        <a:prstGeom prst="round2SameRect">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770" tIns="32385" rIns="64770" bIns="32385" numCol="1" spcCol="1270" anchor="ctr" anchorCtr="0">
          <a:noAutofit/>
        </a:bodyPr>
        <a:lstStyle/>
        <a:p>
          <a:pPr marL="171450" lvl="1" indent="-171450" algn="l" defTabSz="755650">
            <a:lnSpc>
              <a:spcPct val="90000"/>
            </a:lnSpc>
            <a:spcBef>
              <a:spcPct val="0"/>
            </a:spcBef>
            <a:spcAft>
              <a:spcPct val="15000"/>
            </a:spcAft>
            <a:buChar char="•"/>
          </a:pPr>
          <a:r>
            <a:rPr lang="en-US" sz="1700" kern="1200" dirty="0"/>
            <a:t>Element is all the way left </a:t>
          </a:r>
          <a:r>
            <a:rPr lang="en-US" sz="1700" b="1" i="1" kern="1200" dirty="0"/>
            <a:t>or</a:t>
          </a:r>
        </a:p>
        <a:p>
          <a:pPr marL="171450" lvl="1" indent="-171450" algn="l" defTabSz="755650">
            <a:lnSpc>
              <a:spcPct val="90000"/>
            </a:lnSpc>
            <a:spcBef>
              <a:spcPct val="0"/>
            </a:spcBef>
            <a:spcAft>
              <a:spcPct val="15000"/>
            </a:spcAft>
            <a:buChar char="•"/>
          </a:pPr>
          <a:r>
            <a:rPr lang="en-US" sz="1700" kern="1200" dirty="0"/>
            <a:t>Element to the left is smaller</a:t>
          </a:r>
        </a:p>
      </dsp:txBody>
      <dsp:txXfrm rot="-5400000">
        <a:off x="1672254" y="994451"/>
        <a:ext cx="2940236" cy="603734"/>
      </dsp:txXfrm>
    </dsp:sp>
    <dsp:sp modelId="{BA4EA8E8-2673-4492-99C5-485DBA113B9F}">
      <dsp:nvSpPr>
        <dsp:cNvPr id="0" name=""/>
        <dsp:cNvSpPr/>
      </dsp:nvSpPr>
      <dsp:spPr>
        <a:xfrm>
          <a:off x="0" y="878158"/>
          <a:ext cx="1672254" cy="836321"/>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32385" rIns="64770" bIns="32385" numCol="1" spcCol="1270" anchor="ctr" anchorCtr="0">
          <a:noAutofit/>
        </a:bodyPr>
        <a:lstStyle/>
        <a:p>
          <a:pPr marL="0" lvl="0" indent="0" algn="ctr" defTabSz="755650">
            <a:lnSpc>
              <a:spcPct val="90000"/>
            </a:lnSpc>
            <a:spcBef>
              <a:spcPct val="0"/>
            </a:spcBef>
            <a:spcAft>
              <a:spcPct val="35000"/>
            </a:spcAft>
            <a:buNone/>
          </a:pPr>
          <a:r>
            <a:rPr lang="en-US" sz="1700" kern="1200" baseline="0" dirty="0"/>
            <a:t>Keep moving that element left until:</a:t>
          </a:r>
          <a:endParaRPr lang="en-US" sz="1700" kern="1200" dirty="0"/>
        </a:p>
      </dsp:txBody>
      <dsp:txXfrm>
        <a:off x="40826" y="918984"/>
        <a:ext cx="1590602" cy="75466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896343-1E81-465A-A23E-8BED8A2C2E9C}">
      <dsp:nvSpPr>
        <dsp:cNvPr id="0" name=""/>
        <dsp:cNvSpPr/>
      </dsp:nvSpPr>
      <dsp:spPr>
        <a:xfrm>
          <a:off x="773977" y="1503"/>
          <a:ext cx="1727057" cy="1036234"/>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t>Informal</a:t>
          </a:r>
        </a:p>
      </dsp:txBody>
      <dsp:txXfrm>
        <a:off x="773977" y="1503"/>
        <a:ext cx="1727057" cy="1036234"/>
      </dsp:txXfrm>
    </dsp:sp>
    <dsp:sp modelId="{A8DC7447-7AB4-4A1A-9A2F-AE102890FBFC}">
      <dsp:nvSpPr>
        <dsp:cNvPr id="0" name=""/>
        <dsp:cNvSpPr/>
      </dsp:nvSpPr>
      <dsp:spPr>
        <a:xfrm>
          <a:off x="773977" y="1210443"/>
          <a:ext cx="1727057" cy="1036234"/>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t>Distracting</a:t>
          </a:r>
        </a:p>
      </dsp:txBody>
      <dsp:txXfrm>
        <a:off x="773977" y="1210443"/>
        <a:ext cx="1727057" cy="103623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888291-EDCC-41EB-B308-FC85A84D8998}">
      <dsp:nvSpPr>
        <dsp:cNvPr id="0" name=""/>
        <dsp:cNvSpPr/>
      </dsp:nvSpPr>
      <dsp:spPr>
        <a:xfrm>
          <a:off x="0" y="824999"/>
          <a:ext cx="3001023" cy="1800614"/>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ctr" defTabSz="1644650">
            <a:lnSpc>
              <a:spcPct val="90000"/>
            </a:lnSpc>
            <a:spcBef>
              <a:spcPct val="0"/>
            </a:spcBef>
            <a:spcAft>
              <a:spcPct val="35000"/>
            </a:spcAft>
            <a:buNone/>
          </a:pPr>
          <a:r>
            <a:rPr lang="en-US" sz="3700" kern="1200"/>
            <a:t>4 Minutes at most.</a:t>
          </a:r>
        </a:p>
      </dsp:txBody>
      <dsp:txXfrm>
        <a:off x="0" y="824999"/>
        <a:ext cx="3001023" cy="1800614"/>
      </dsp:txXfrm>
    </dsp:sp>
    <dsp:sp modelId="{ED9A1C78-B8D3-4737-B874-0AEB1839C131}">
      <dsp:nvSpPr>
        <dsp:cNvPr id="0" name=""/>
        <dsp:cNvSpPr/>
      </dsp:nvSpPr>
      <dsp:spPr>
        <a:xfrm>
          <a:off x="3301125" y="824999"/>
          <a:ext cx="3001023" cy="1800614"/>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ctr" defTabSz="1644650">
            <a:lnSpc>
              <a:spcPct val="90000"/>
            </a:lnSpc>
            <a:spcBef>
              <a:spcPct val="0"/>
            </a:spcBef>
            <a:spcAft>
              <a:spcPct val="35000"/>
            </a:spcAft>
            <a:buNone/>
          </a:pPr>
          <a:r>
            <a:rPr lang="en-US" sz="3700" kern="1200"/>
            <a:t>You’re not talking that long.</a:t>
          </a:r>
        </a:p>
      </dsp:txBody>
      <dsp:txXfrm>
        <a:off x="3301125" y="824999"/>
        <a:ext cx="3001023" cy="1800614"/>
      </dsp:txXfrm>
    </dsp:sp>
    <dsp:sp modelId="{69E7E2E2-9932-4CA9-8D28-1753ABF02BCB}">
      <dsp:nvSpPr>
        <dsp:cNvPr id="0" name=""/>
        <dsp:cNvSpPr/>
      </dsp:nvSpPr>
      <dsp:spPr>
        <a:xfrm>
          <a:off x="6602251" y="824999"/>
          <a:ext cx="3001023" cy="1800614"/>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ctr" defTabSz="1644650">
            <a:lnSpc>
              <a:spcPct val="90000"/>
            </a:lnSpc>
            <a:spcBef>
              <a:spcPct val="0"/>
            </a:spcBef>
            <a:spcAft>
              <a:spcPct val="35000"/>
            </a:spcAft>
            <a:buNone/>
          </a:pPr>
          <a:r>
            <a:rPr lang="en-US" sz="3700" kern="1200"/>
            <a:t>Mainly your words, not a video’s words.</a:t>
          </a:r>
        </a:p>
      </dsp:txBody>
      <dsp:txXfrm>
        <a:off x="6602251" y="824999"/>
        <a:ext cx="3001023" cy="180061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1A7E02-D6E1-4168-A539-FFC52E785FC7}">
      <dsp:nvSpPr>
        <dsp:cNvPr id="0" name=""/>
        <dsp:cNvSpPr/>
      </dsp:nvSpPr>
      <dsp:spPr>
        <a:xfrm>
          <a:off x="0" y="38346"/>
          <a:ext cx="5001472" cy="7722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kern="1200"/>
            <a:t>Presentations are hard</a:t>
          </a:r>
        </a:p>
      </dsp:txBody>
      <dsp:txXfrm>
        <a:off x="37696" y="76042"/>
        <a:ext cx="4926080" cy="696808"/>
      </dsp:txXfrm>
    </dsp:sp>
    <dsp:sp modelId="{323C677E-0726-405A-B038-7395D31694BE}">
      <dsp:nvSpPr>
        <dsp:cNvPr id="0" name=""/>
        <dsp:cNvSpPr/>
      </dsp:nvSpPr>
      <dsp:spPr>
        <a:xfrm>
          <a:off x="0" y="905586"/>
          <a:ext cx="5001472" cy="7722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kern="1200"/>
            <a:t>They’re hard for me as well</a:t>
          </a:r>
        </a:p>
      </dsp:txBody>
      <dsp:txXfrm>
        <a:off x="37696" y="943282"/>
        <a:ext cx="4926080" cy="696808"/>
      </dsp:txXfrm>
    </dsp:sp>
    <dsp:sp modelId="{0CD38F2B-AC45-4111-81E3-066F0FBB9446}">
      <dsp:nvSpPr>
        <dsp:cNvPr id="0" name=""/>
        <dsp:cNvSpPr/>
      </dsp:nvSpPr>
      <dsp:spPr>
        <a:xfrm>
          <a:off x="0" y="1772826"/>
          <a:ext cx="5001472" cy="7722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kern="1200"/>
            <a:t>You’re learning new skills</a:t>
          </a:r>
        </a:p>
      </dsp:txBody>
      <dsp:txXfrm>
        <a:off x="37696" y="1810522"/>
        <a:ext cx="4926080" cy="696808"/>
      </dsp:txXfrm>
    </dsp:sp>
    <dsp:sp modelId="{E87AFDB5-C39D-4DA9-BF01-0B6B00A5479C}">
      <dsp:nvSpPr>
        <dsp:cNvPr id="0" name=""/>
        <dsp:cNvSpPr/>
      </dsp:nvSpPr>
      <dsp:spPr>
        <a:xfrm>
          <a:off x="0" y="2640066"/>
          <a:ext cx="5001472" cy="7722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kern="1200"/>
            <a:t>Be kind to yourself</a:t>
          </a:r>
        </a:p>
      </dsp:txBody>
      <dsp:txXfrm>
        <a:off x="37696" y="2677762"/>
        <a:ext cx="4926080" cy="696808"/>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994B27E-8573-41BC-B1ED-733FE0E93BDB}" type="datetimeFigureOut">
              <a:rPr lang="en-US" smtClean="0"/>
              <a:t>8/4/2025</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0E49D83F-7987-449C-802B-6AD927305D94}" type="slidenum">
              <a:rPr lang="en-US" smtClean="0"/>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092656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994B27E-8573-41BC-B1ED-733FE0E93BDB}" type="datetimeFigureOut">
              <a:rPr lang="en-US" smtClean="0"/>
              <a:t>8/4/2025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49D83F-7987-449C-802B-6AD927305D94}" type="slidenum">
              <a:rPr lang="en-US" smtClean="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64620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994B27E-8573-41BC-B1ED-733FE0E93BDB}" type="datetimeFigureOut">
              <a:rPr lang="en-US" smtClean="0"/>
              <a:t>8/4/2025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49D83F-7987-449C-802B-6AD927305D94}" type="slidenum">
              <a:rPr lang="en-US" smtClean="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2157993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994B27E-8573-41BC-B1ED-733FE0E93BDB}" type="datetimeFigureOut">
              <a:rPr lang="en-US" smtClean="0"/>
              <a:t>8/4/2025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E49D83F-7987-449C-802B-6AD927305D94}" type="slidenum">
              <a:rPr lang="en-US" smtClean="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346878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994B27E-8573-41BC-B1ED-733FE0E93BDB}" type="datetimeFigureOut">
              <a:rPr lang="en-US" smtClean="0"/>
              <a:t>8/4/2025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E49D83F-7987-449C-802B-6AD927305D94}" type="slidenum">
              <a:rPr lang="en-US" smtClean="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6217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994B27E-8573-41BC-B1ED-733FE0E93BDB}" type="datetimeFigureOut">
              <a:rPr lang="en-US" smtClean="0"/>
              <a:t>8/4/2025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E49D83F-7987-449C-802B-6AD927305D94}" type="slidenum">
              <a:rPr lang="en-US" smtClean="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826415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994B27E-8573-41BC-B1ED-733FE0E93BDB}" type="datetimeFigureOut">
              <a:rPr lang="en-US" smtClean="0"/>
              <a:t>8/4/2025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E49D83F-7987-449C-802B-6AD927305D94}" type="slidenum">
              <a:rPr lang="en-US" smtClean="0"/>
              <a:t>‹#›</a:t>
            </a:fld>
            <a:endParaRPr lang="en-US"/>
          </a:p>
        </p:txBody>
      </p:sp>
    </p:spTree>
    <p:extLst>
      <p:ext uri="{BB962C8B-B14F-4D97-AF65-F5344CB8AC3E}">
        <p14:creationId xmlns:p14="http://schemas.microsoft.com/office/powerpoint/2010/main" val="31916621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994B27E-8573-41BC-B1ED-733FE0E93BDB}" type="datetimeFigureOut">
              <a:rPr lang="en-US" smtClean="0"/>
              <a:t>8/4/2025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E49D83F-7987-449C-802B-6AD927305D94}" type="slidenum">
              <a:rPr lang="en-US" smtClean="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5064351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7994B27E-8573-41BC-B1ED-733FE0E93BDB}" type="datetimeFigureOut">
              <a:rPr lang="en-US" smtClean="0"/>
              <a:t>8/4/2025</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0E49D83F-7987-449C-802B-6AD927305D94}" type="slidenum">
              <a:rPr lang="en-US" smtClean="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806454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994B27E-8573-41BC-B1ED-733FE0E93BDB}" type="datetimeFigureOut">
              <a:rPr lang="en-US" smtClean="0"/>
              <a:t>8/4/2025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49D83F-7987-449C-802B-6AD927305D94}" type="slidenum">
              <a:rPr lang="en-US" smtClean="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857061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994B27E-8573-41BC-B1ED-733FE0E93BDB}" type="datetimeFigureOut">
              <a:rPr lang="en-US" smtClean="0"/>
              <a:t>8/4/2025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49D83F-7987-449C-802B-6AD927305D94}" type="slidenum">
              <a:rPr lang="en-US" smtClean="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4372401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7994B27E-8573-41BC-B1ED-733FE0E93BDB}" type="datetimeFigureOut">
              <a:rPr lang="en-US" smtClean="0"/>
              <a:t>8/4/2025</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0E49D83F-7987-449C-802B-6AD927305D94}" type="slidenum">
              <a:rPr lang="en-US" smtClean="0"/>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89760107"/>
      </p:ext>
    </p:extLst>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2.gif"/><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hyperlink" Target="https://en.wikipedia.org/wiki/Iteration" TargetMode="External"/><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5.png"/><Relationship Id="rId2" Type="http://schemas.openxmlformats.org/officeDocument/2006/relationships/diagramData" Target="../diagrams/data2.xml"/><Relationship Id="rId1" Type="http://schemas.openxmlformats.org/officeDocument/2006/relationships/slideLayout" Target="../slideLayouts/slideLayout8.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https://www.thoughtco.com/thmb/lVJYvhXOIAqKGy7GgY5NmbpBdRk=/1500x1000/filters:fill(auto,1)/What-Is-Communication-1689877-final-156105491ad948eda15b0960fd2b8c2b.png" TargetMode="External"/><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video" Target="https://www.youtube.com/embed/I6IAhXM-vps?feature=oembed" TargetMode="External"/><Relationship Id="rId1" Type="http://schemas.openxmlformats.org/officeDocument/2006/relationships/video" Target="https://www.youtube.com/embed/HAnw168huqA?feature=oembed" TargetMode="External"/><Relationship Id="rId5" Type="http://schemas.openxmlformats.org/officeDocument/2006/relationships/image" Target="../media/image9.jpeg"/><Relationship Id="rId4" Type="http://schemas.openxmlformats.org/officeDocument/2006/relationships/image" Target="../media/image8.jpe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diagramLayout" Target="../diagrams/layout4.xml"/><Relationship Id="rId7" Type="http://schemas.openxmlformats.org/officeDocument/2006/relationships/image" Target="../media/image10.jpeg"/><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38.xml.rels><?xml version="1.0" encoding="UTF-8" standalone="yes"?>
<Relationships xmlns="http://schemas.openxmlformats.org/package/2006/relationships"><Relationship Id="rId3" Type="http://schemas.openxmlformats.org/officeDocument/2006/relationships/hyperlink" Target="https://www.mayoclinic.org/diseases-conditions/depression/in-depth/depression-and-exercise/art-20046495" TargetMode="External"/><Relationship Id="rId2" Type="http://schemas.openxmlformats.org/officeDocument/2006/relationships/hyperlink" Target="https://designshack.net/articles/software/presentation-design-mistakes-to-avoid/" TargetMode="External"/><Relationship Id="rId1" Type="http://schemas.openxmlformats.org/officeDocument/2006/relationships/slideLayout" Target="../slideLayouts/slideLayout2.xml"/><Relationship Id="rId6" Type="http://schemas.openxmlformats.org/officeDocument/2006/relationships/hyperlink" Target="https://piktochart.com/blog/best-font-for-presentations/" TargetMode="External"/><Relationship Id="rId5" Type="http://schemas.openxmlformats.org/officeDocument/2006/relationships/hyperlink" Target="https://designpickle.com/creative-hub/presentation-design/presentation-dos-and-donts-what-you-need-to-know/" TargetMode="External"/><Relationship Id="rId4" Type="http://schemas.openxmlformats.org/officeDocument/2006/relationships/hyperlink" Target="https://en.wikipedia.org/wiki/Insertion_sort" TargetMode="External"/></Relationships>
</file>

<file path=ppt/slides/_rels/slide39.xml.rels><?xml version="1.0" encoding="UTF-8" standalone="yes"?>
<Relationships xmlns="http://schemas.openxmlformats.org/package/2006/relationships"><Relationship Id="rId3" Type="http://schemas.openxmlformats.org/officeDocument/2006/relationships/hyperlink" Target="https://www.linkedin.com/pulse/how-communicate-others-effective-communication-skills-youngsub-chun" TargetMode="External"/><Relationship Id="rId2" Type="http://schemas.openxmlformats.org/officeDocument/2006/relationships/hyperlink" Target="https://www.thoughtco.com/what-is-communication-1689877" TargetMode="External"/><Relationship Id="rId1" Type="http://schemas.openxmlformats.org/officeDocument/2006/relationships/slideLayout" Target="../slideLayouts/slideLayout2.xml"/><Relationship Id="rId5" Type="http://schemas.openxmlformats.org/officeDocument/2006/relationships/hyperlink" Target="https://www.geeksforgeeks.org/sorting-algorithms/" TargetMode="External"/><Relationship Id="rId4" Type="http://schemas.openxmlformats.org/officeDocument/2006/relationships/hyperlink" Target="https://worldofprintables.com/wp-content/uploads/2020/12/dalmation-dots-Free-SVG-file-for-DIY-crafts-and-Cricut.jpg.webp"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7C4ECD-1A62-5545-86AD-02FB99D636E1}"/>
              </a:ext>
            </a:extLst>
          </p:cNvPr>
          <p:cNvSpPr>
            <a:spLocks noGrp="1"/>
          </p:cNvSpPr>
          <p:nvPr>
            <p:ph type="ctrTitle"/>
          </p:nvPr>
        </p:nvSpPr>
        <p:spPr/>
        <p:txBody>
          <a:bodyPr/>
          <a:lstStyle/>
          <a:p>
            <a:r>
              <a:rPr lang="en-US" dirty="0"/>
              <a:t>How NOT to make a presentation</a:t>
            </a:r>
          </a:p>
        </p:txBody>
      </p:sp>
      <p:sp>
        <p:nvSpPr>
          <p:cNvPr id="3" name="Subtitle 2">
            <a:extLst>
              <a:ext uri="{FF2B5EF4-FFF2-40B4-BE49-F238E27FC236}">
                <a16:creationId xmlns:a16="http://schemas.microsoft.com/office/drawing/2014/main" id="{C071A508-44F3-E028-6AAD-D055E865899A}"/>
              </a:ext>
            </a:extLst>
          </p:cNvPr>
          <p:cNvSpPr>
            <a:spLocks noGrp="1"/>
          </p:cNvSpPr>
          <p:nvPr>
            <p:ph type="subTitle" idx="1"/>
          </p:nvPr>
        </p:nvSpPr>
        <p:spPr/>
        <p:txBody>
          <a:bodyPr/>
          <a:lstStyle/>
          <a:p>
            <a:r>
              <a:rPr lang="en-US" dirty="0"/>
              <a:t>By CJ Conti</a:t>
            </a:r>
          </a:p>
        </p:txBody>
      </p:sp>
    </p:spTree>
    <p:extLst>
      <p:ext uri="{BB962C8B-B14F-4D97-AF65-F5344CB8AC3E}">
        <p14:creationId xmlns:p14="http://schemas.microsoft.com/office/powerpoint/2010/main" val="40952444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0A864F-C4CD-7088-7B1B-D4394536D2F4}"/>
              </a:ext>
            </a:extLst>
          </p:cNvPr>
          <p:cNvSpPr>
            <a:spLocks noGrp="1"/>
          </p:cNvSpPr>
          <p:nvPr>
            <p:ph type="title"/>
          </p:nvPr>
        </p:nvSpPr>
        <p:spPr/>
        <p:txBody>
          <a:bodyPr/>
          <a:lstStyle/>
          <a:p>
            <a:r>
              <a:rPr lang="en-US" dirty="0"/>
              <a:t>Part 1</a:t>
            </a:r>
          </a:p>
        </p:txBody>
      </p:sp>
      <p:sp>
        <p:nvSpPr>
          <p:cNvPr id="3" name="Text Placeholder 2">
            <a:extLst>
              <a:ext uri="{FF2B5EF4-FFF2-40B4-BE49-F238E27FC236}">
                <a16:creationId xmlns:a16="http://schemas.microsoft.com/office/drawing/2014/main" id="{799B1236-453F-CC99-8663-0AC65D20A49A}"/>
              </a:ext>
            </a:extLst>
          </p:cNvPr>
          <p:cNvSpPr>
            <a:spLocks noGrp="1"/>
          </p:cNvSpPr>
          <p:nvPr>
            <p:ph type="body" idx="1"/>
          </p:nvPr>
        </p:nvSpPr>
        <p:spPr/>
        <p:txBody>
          <a:bodyPr/>
          <a:lstStyle/>
          <a:p>
            <a:r>
              <a:rPr lang="en-US" dirty="0"/>
              <a:t>Information</a:t>
            </a:r>
          </a:p>
        </p:txBody>
      </p:sp>
    </p:spTree>
    <p:extLst>
      <p:ext uri="{BB962C8B-B14F-4D97-AF65-F5344CB8AC3E}">
        <p14:creationId xmlns:p14="http://schemas.microsoft.com/office/powerpoint/2010/main" val="38469907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0A0E72-4613-6D8F-4537-5F71F80E2B06}"/>
              </a:ext>
            </a:extLst>
          </p:cNvPr>
          <p:cNvSpPr>
            <a:spLocks noGrp="1"/>
          </p:cNvSpPr>
          <p:nvPr>
            <p:ph type="title"/>
          </p:nvPr>
        </p:nvSpPr>
        <p:spPr/>
        <p:txBody>
          <a:bodyPr/>
          <a:lstStyle/>
          <a:p>
            <a:r>
              <a:rPr lang="en-US" dirty="0"/>
              <a:t>Explain new terms</a:t>
            </a:r>
          </a:p>
        </p:txBody>
      </p:sp>
      <p:sp>
        <p:nvSpPr>
          <p:cNvPr id="3" name="Content Placeholder 2">
            <a:extLst>
              <a:ext uri="{FF2B5EF4-FFF2-40B4-BE49-F238E27FC236}">
                <a16:creationId xmlns:a16="http://schemas.microsoft.com/office/drawing/2014/main" id="{A7CDCB7E-7F77-99FC-C503-E30DDF6906FB}"/>
              </a:ext>
            </a:extLst>
          </p:cNvPr>
          <p:cNvSpPr>
            <a:spLocks noGrp="1"/>
          </p:cNvSpPr>
          <p:nvPr>
            <p:ph idx="1"/>
          </p:nvPr>
        </p:nvSpPr>
        <p:spPr/>
        <p:txBody>
          <a:bodyPr>
            <a:normAutofit/>
          </a:bodyPr>
          <a:lstStyle/>
          <a:p>
            <a:r>
              <a:rPr lang="en-US" dirty="0"/>
              <a:t>A term is a phrase or idea that connects to your topic.</a:t>
            </a:r>
          </a:p>
          <a:p>
            <a:pPr lvl="1"/>
            <a:r>
              <a:rPr lang="en-US" dirty="0"/>
              <a:t>Potential and Kinetic energy are physics terms.</a:t>
            </a:r>
          </a:p>
          <a:p>
            <a:pPr lvl="1"/>
            <a:r>
              <a:rPr lang="en-US" dirty="0"/>
              <a:t>Functions and Loops are programming terms.</a:t>
            </a:r>
          </a:p>
          <a:p>
            <a:r>
              <a:rPr lang="en-US" dirty="0"/>
              <a:t>Explain terms you use in your presentation. Otherwise, your audience will be confused by new, unclear terms.</a:t>
            </a:r>
          </a:p>
        </p:txBody>
      </p:sp>
    </p:spTree>
    <p:extLst>
      <p:ext uri="{BB962C8B-B14F-4D97-AF65-F5344CB8AC3E}">
        <p14:creationId xmlns:p14="http://schemas.microsoft.com/office/powerpoint/2010/main" val="3684853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97BC0D-4BEE-DFCE-594A-C133D1E44229}"/>
              </a:ext>
            </a:extLst>
          </p:cNvPr>
          <p:cNvSpPr>
            <a:spLocks noGrp="1"/>
          </p:cNvSpPr>
          <p:nvPr>
            <p:ph type="title"/>
          </p:nvPr>
        </p:nvSpPr>
        <p:spPr/>
        <p:txBody>
          <a:bodyPr/>
          <a:lstStyle/>
          <a:p>
            <a:r>
              <a:rPr lang="en-US" dirty="0"/>
              <a:t>Example- Programming terms (No Explanation)</a:t>
            </a:r>
          </a:p>
        </p:txBody>
      </p:sp>
      <p:sp>
        <p:nvSpPr>
          <p:cNvPr id="3" name="Content Placeholder 2">
            <a:extLst>
              <a:ext uri="{FF2B5EF4-FFF2-40B4-BE49-F238E27FC236}">
                <a16:creationId xmlns:a16="http://schemas.microsoft.com/office/drawing/2014/main" id="{4079BD5C-CA66-DE7A-D1FD-5B437D0421B7}"/>
              </a:ext>
            </a:extLst>
          </p:cNvPr>
          <p:cNvSpPr>
            <a:spLocks noGrp="1"/>
          </p:cNvSpPr>
          <p:nvPr>
            <p:ph idx="1"/>
          </p:nvPr>
        </p:nvSpPr>
        <p:spPr/>
        <p:txBody>
          <a:bodyPr/>
          <a:lstStyle/>
          <a:p>
            <a:r>
              <a:rPr lang="en-US" dirty="0"/>
              <a:t>Variable</a:t>
            </a:r>
          </a:p>
          <a:p>
            <a:r>
              <a:rPr lang="en-US" dirty="0"/>
              <a:t>Conditional</a:t>
            </a:r>
          </a:p>
          <a:p>
            <a:r>
              <a:rPr lang="en-US" dirty="0"/>
              <a:t>Loop</a:t>
            </a:r>
          </a:p>
          <a:p>
            <a:r>
              <a:rPr lang="en-US" dirty="0"/>
              <a:t>Array</a:t>
            </a:r>
          </a:p>
          <a:p>
            <a:r>
              <a:rPr lang="en-US" dirty="0"/>
              <a:t>Function</a:t>
            </a:r>
          </a:p>
        </p:txBody>
      </p:sp>
    </p:spTree>
    <p:extLst>
      <p:ext uri="{BB962C8B-B14F-4D97-AF65-F5344CB8AC3E}">
        <p14:creationId xmlns:p14="http://schemas.microsoft.com/office/powerpoint/2010/main" val="29335912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EE258DB-986C-BAE1-FAD5-3736F7CFEA64}"/>
              </a:ext>
            </a:extLst>
          </p:cNvPr>
          <p:cNvSpPr>
            <a:spLocks noGrp="1"/>
          </p:cNvSpPr>
          <p:nvPr>
            <p:ph type="title"/>
          </p:nvPr>
        </p:nvSpPr>
        <p:spPr/>
        <p:txBody>
          <a:bodyPr/>
          <a:lstStyle/>
          <a:p>
            <a:r>
              <a:rPr lang="en-US" dirty="0"/>
              <a:t>Lists vs Detail</a:t>
            </a:r>
          </a:p>
        </p:txBody>
      </p:sp>
      <p:sp>
        <p:nvSpPr>
          <p:cNvPr id="6" name="Content Placeholder 5">
            <a:extLst>
              <a:ext uri="{FF2B5EF4-FFF2-40B4-BE49-F238E27FC236}">
                <a16:creationId xmlns:a16="http://schemas.microsoft.com/office/drawing/2014/main" id="{35E26005-BA98-13D5-6D4E-6A7AC84DB86F}"/>
              </a:ext>
            </a:extLst>
          </p:cNvPr>
          <p:cNvSpPr>
            <a:spLocks noGrp="1"/>
          </p:cNvSpPr>
          <p:nvPr>
            <p:ph idx="1"/>
          </p:nvPr>
        </p:nvSpPr>
        <p:spPr/>
        <p:txBody>
          <a:bodyPr/>
          <a:lstStyle/>
          <a:p>
            <a:r>
              <a:rPr lang="en-US" dirty="0"/>
              <a:t>Avoid too many elements.</a:t>
            </a:r>
          </a:p>
          <a:p>
            <a:r>
              <a:rPr lang="en-US" dirty="0"/>
              <a:t>Just explain a few elements.</a:t>
            </a:r>
          </a:p>
          <a:p>
            <a:r>
              <a:rPr lang="en-US" dirty="0"/>
              <a:t>Audience memory is limited, so try to explain a few things well.</a:t>
            </a:r>
          </a:p>
        </p:txBody>
      </p:sp>
    </p:spTree>
    <p:extLst>
      <p:ext uri="{BB962C8B-B14F-4D97-AF65-F5344CB8AC3E}">
        <p14:creationId xmlns:p14="http://schemas.microsoft.com/office/powerpoint/2010/main" val="20047799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CF4FE-8923-4C95-01C9-738B02F2EA14}"/>
              </a:ext>
            </a:extLst>
          </p:cNvPr>
          <p:cNvSpPr>
            <a:spLocks noGrp="1"/>
          </p:cNvSpPr>
          <p:nvPr>
            <p:ph type="title"/>
          </p:nvPr>
        </p:nvSpPr>
        <p:spPr/>
        <p:txBody>
          <a:bodyPr/>
          <a:lstStyle/>
          <a:p>
            <a:r>
              <a:rPr lang="en-US" dirty="0"/>
              <a:t>Lists vs Detail</a:t>
            </a:r>
            <a:br>
              <a:rPr lang="en-US" dirty="0"/>
            </a:br>
            <a:endParaRPr lang="en-US" dirty="0"/>
          </a:p>
        </p:txBody>
      </p:sp>
      <p:sp>
        <p:nvSpPr>
          <p:cNvPr id="4" name="Content Placeholder 3">
            <a:extLst>
              <a:ext uri="{FF2B5EF4-FFF2-40B4-BE49-F238E27FC236}">
                <a16:creationId xmlns:a16="http://schemas.microsoft.com/office/drawing/2014/main" id="{162063A5-8938-CA35-B96B-ED5457A109C6}"/>
              </a:ext>
            </a:extLst>
          </p:cNvPr>
          <p:cNvSpPr>
            <a:spLocks noGrp="1"/>
          </p:cNvSpPr>
          <p:nvPr>
            <p:ph sz="half" idx="1"/>
          </p:nvPr>
        </p:nvSpPr>
        <p:spPr/>
        <p:txBody>
          <a:bodyPr>
            <a:normAutofit fontScale="70000" lnSpcReduction="20000"/>
          </a:bodyPr>
          <a:lstStyle/>
          <a:p>
            <a:r>
              <a:rPr lang="en-US" dirty="0"/>
              <a:t>Selection Sort</a:t>
            </a:r>
          </a:p>
          <a:p>
            <a:r>
              <a:rPr lang="en-US" dirty="0"/>
              <a:t>Insertion Sort</a:t>
            </a:r>
          </a:p>
          <a:p>
            <a:r>
              <a:rPr lang="en-US" dirty="0"/>
              <a:t>Bubble Sort</a:t>
            </a:r>
          </a:p>
          <a:p>
            <a:r>
              <a:rPr lang="en-US" dirty="0"/>
              <a:t>Merge Sort</a:t>
            </a:r>
          </a:p>
          <a:p>
            <a:r>
              <a:rPr lang="en-US" dirty="0"/>
              <a:t>Quick Sort</a:t>
            </a:r>
          </a:p>
          <a:p>
            <a:r>
              <a:rPr lang="en-US" dirty="0"/>
              <a:t>Radix Sort</a:t>
            </a:r>
          </a:p>
          <a:p>
            <a:r>
              <a:rPr lang="en-US" dirty="0"/>
              <a:t>Counting Sort</a:t>
            </a:r>
          </a:p>
          <a:p>
            <a:r>
              <a:rPr lang="en-US" dirty="0"/>
              <a:t>Heap Sort</a:t>
            </a:r>
          </a:p>
          <a:p>
            <a:r>
              <a:rPr lang="en-US" dirty="0"/>
              <a:t>Tree Sort</a:t>
            </a:r>
          </a:p>
          <a:p>
            <a:r>
              <a:rPr lang="en-US" dirty="0" err="1"/>
              <a:t>BogoSort</a:t>
            </a:r>
            <a:endParaRPr lang="en-US" dirty="0"/>
          </a:p>
        </p:txBody>
      </p:sp>
      <p:sp>
        <p:nvSpPr>
          <p:cNvPr id="5" name="Content Placeholder 4">
            <a:extLst>
              <a:ext uri="{FF2B5EF4-FFF2-40B4-BE49-F238E27FC236}">
                <a16:creationId xmlns:a16="http://schemas.microsoft.com/office/drawing/2014/main" id="{A9A874B9-090A-1610-1848-496E3E5548C8}"/>
              </a:ext>
            </a:extLst>
          </p:cNvPr>
          <p:cNvSpPr>
            <a:spLocks noGrp="1"/>
          </p:cNvSpPr>
          <p:nvPr>
            <p:ph sz="half" idx="2"/>
          </p:nvPr>
        </p:nvSpPr>
        <p:spPr/>
        <p:txBody>
          <a:bodyPr>
            <a:normAutofit fontScale="70000" lnSpcReduction="20000"/>
          </a:bodyPr>
          <a:lstStyle/>
          <a:p>
            <a:r>
              <a:rPr lang="en-US" dirty="0"/>
              <a:t>Bubble Sort- Swap out of place elements until all elements are sorted.</a:t>
            </a:r>
          </a:p>
          <a:p>
            <a:r>
              <a:rPr lang="en-US" dirty="0"/>
              <a:t>Selection Sort- Find smallest and place at the beginning, then second smallest and place at the second slot and so on.</a:t>
            </a:r>
          </a:p>
          <a:p>
            <a:r>
              <a:rPr lang="en-US" dirty="0"/>
              <a:t>Insertion sort- put element 0 in the correct position, put element 1 in the correct position and so on.</a:t>
            </a:r>
          </a:p>
        </p:txBody>
      </p:sp>
    </p:spTree>
    <p:extLst>
      <p:ext uri="{BB962C8B-B14F-4D97-AF65-F5344CB8AC3E}">
        <p14:creationId xmlns:p14="http://schemas.microsoft.com/office/powerpoint/2010/main" val="21860948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8535E3-0705-2A48-6D36-7FB0B8CA30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8CCB39-21D1-CD72-8934-BD3599FD6BC6}"/>
              </a:ext>
            </a:extLst>
          </p:cNvPr>
          <p:cNvSpPr>
            <a:spLocks noGrp="1"/>
          </p:cNvSpPr>
          <p:nvPr>
            <p:ph type="title"/>
          </p:nvPr>
        </p:nvSpPr>
        <p:spPr/>
        <p:txBody>
          <a:bodyPr/>
          <a:lstStyle/>
          <a:p>
            <a:r>
              <a:rPr lang="en-US" dirty="0"/>
              <a:t>Example- Programming terms (Explanation)</a:t>
            </a:r>
          </a:p>
        </p:txBody>
      </p:sp>
      <p:sp>
        <p:nvSpPr>
          <p:cNvPr id="3" name="Content Placeholder 2">
            <a:extLst>
              <a:ext uri="{FF2B5EF4-FFF2-40B4-BE49-F238E27FC236}">
                <a16:creationId xmlns:a16="http://schemas.microsoft.com/office/drawing/2014/main" id="{C64C053C-406F-1866-65A9-B2A826A88987}"/>
              </a:ext>
            </a:extLst>
          </p:cNvPr>
          <p:cNvSpPr>
            <a:spLocks noGrp="1"/>
          </p:cNvSpPr>
          <p:nvPr>
            <p:ph idx="1"/>
          </p:nvPr>
        </p:nvSpPr>
        <p:spPr/>
        <p:txBody>
          <a:bodyPr/>
          <a:lstStyle/>
          <a:p>
            <a:r>
              <a:rPr lang="en-US" dirty="0"/>
              <a:t>Variable- A value that can be set or accessed.</a:t>
            </a:r>
          </a:p>
          <a:p>
            <a:r>
              <a:rPr lang="en-US" dirty="0"/>
              <a:t>Conditional- A way of having code only execute when a certain condition is met.</a:t>
            </a:r>
          </a:p>
          <a:p>
            <a:r>
              <a:rPr lang="en-US" dirty="0"/>
              <a:t>Loop- A way of repeating code until a certain condition is met.</a:t>
            </a:r>
          </a:p>
          <a:p>
            <a:r>
              <a:rPr lang="en-US" dirty="0"/>
              <a:t>Array- A series of values that can be accessed together </a:t>
            </a:r>
          </a:p>
          <a:p>
            <a:r>
              <a:rPr lang="en-US" dirty="0"/>
              <a:t>Function- A way of accessing code from anywhere in a program.</a:t>
            </a:r>
          </a:p>
        </p:txBody>
      </p:sp>
    </p:spTree>
    <p:extLst>
      <p:ext uri="{BB962C8B-B14F-4D97-AF65-F5344CB8AC3E}">
        <p14:creationId xmlns:p14="http://schemas.microsoft.com/office/powerpoint/2010/main" val="13791164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1EBFF-1D4C-8EEE-FA05-95DAC69756CD}"/>
              </a:ext>
            </a:extLst>
          </p:cNvPr>
          <p:cNvSpPr>
            <a:spLocks noGrp="1"/>
          </p:cNvSpPr>
          <p:nvPr>
            <p:ph type="title"/>
          </p:nvPr>
        </p:nvSpPr>
        <p:spPr/>
        <p:txBody>
          <a:bodyPr/>
          <a:lstStyle/>
          <a:p>
            <a:r>
              <a:rPr lang="en-US" dirty="0"/>
              <a:t>Only skip terms if your audience knows those terms</a:t>
            </a:r>
          </a:p>
        </p:txBody>
      </p:sp>
      <p:sp>
        <p:nvSpPr>
          <p:cNvPr id="3" name="Content Placeholder 2">
            <a:extLst>
              <a:ext uri="{FF2B5EF4-FFF2-40B4-BE49-F238E27FC236}">
                <a16:creationId xmlns:a16="http://schemas.microsoft.com/office/drawing/2014/main" id="{95402715-4DE7-B94F-B4A0-FEDEE8FC953B}"/>
              </a:ext>
            </a:extLst>
          </p:cNvPr>
          <p:cNvSpPr>
            <a:spLocks noGrp="1"/>
          </p:cNvSpPr>
          <p:nvPr>
            <p:ph idx="1"/>
          </p:nvPr>
        </p:nvSpPr>
        <p:spPr/>
        <p:txBody>
          <a:bodyPr>
            <a:normAutofit fontScale="92500" lnSpcReduction="10000"/>
          </a:bodyPr>
          <a:lstStyle/>
          <a:p>
            <a:r>
              <a:rPr lang="en-US" dirty="0"/>
              <a:t>Your audience may know terms related to your topic. Skip explaining those terms then to save time and keep audience attention.</a:t>
            </a:r>
          </a:p>
          <a:p>
            <a:pPr lvl="1"/>
            <a:r>
              <a:rPr lang="en-US" dirty="0"/>
              <a:t>Don’t explain port and starboard (sailing for left and right) to a sailing convention.</a:t>
            </a:r>
          </a:p>
          <a:p>
            <a:pPr lvl="2"/>
            <a:r>
              <a:rPr lang="en-US" dirty="0"/>
              <a:t>This is obvious to anyone who has stepped on a boat.</a:t>
            </a:r>
          </a:p>
          <a:p>
            <a:pPr lvl="1"/>
            <a:r>
              <a:rPr lang="en-US" dirty="0"/>
              <a:t>Explain celestial navigation (finding your position by using stars and planets) to a regular audience.</a:t>
            </a:r>
          </a:p>
          <a:p>
            <a:pPr lvl="2"/>
            <a:r>
              <a:rPr lang="en-US" dirty="0"/>
              <a:t>This technique can be made clearer for a general audience. A sailing convention likely knows what celestial navigation is.</a:t>
            </a:r>
          </a:p>
          <a:p>
            <a:pPr lvl="1"/>
            <a:r>
              <a:rPr lang="en-US" dirty="0"/>
              <a:t>Explain gybing a spinnaker (changing a boat’s direction while sailing downwind) to a sailing convention and a regular audience.</a:t>
            </a:r>
          </a:p>
          <a:p>
            <a:pPr lvl="2"/>
            <a:r>
              <a:rPr lang="en-US" dirty="0"/>
              <a:t>This technique can be made clearer for a sailing convention and a general audience.</a:t>
            </a:r>
          </a:p>
        </p:txBody>
      </p:sp>
    </p:spTree>
    <p:extLst>
      <p:ext uri="{BB962C8B-B14F-4D97-AF65-F5344CB8AC3E}">
        <p14:creationId xmlns:p14="http://schemas.microsoft.com/office/powerpoint/2010/main" val="6877700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53A83C-04CB-B8F6-FE9D-82A742A9379A}"/>
              </a:ext>
            </a:extLst>
          </p:cNvPr>
          <p:cNvSpPr>
            <a:spLocks noGrp="1"/>
          </p:cNvSpPr>
          <p:nvPr>
            <p:ph type="title"/>
          </p:nvPr>
        </p:nvSpPr>
        <p:spPr/>
        <p:txBody>
          <a:bodyPr/>
          <a:lstStyle/>
          <a:p>
            <a:r>
              <a:rPr lang="en-US" dirty="0"/>
              <a:t>Pick Sources you understand and that fit your audience</a:t>
            </a:r>
          </a:p>
        </p:txBody>
      </p:sp>
      <p:sp>
        <p:nvSpPr>
          <p:cNvPr id="3" name="Content Placeholder 2">
            <a:extLst>
              <a:ext uri="{FF2B5EF4-FFF2-40B4-BE49-F238E27FC236}">
                <a16:creationId xmlns:a16="http://schemas.microsoft.com/office/drawing/2014/main" id="{5882E542-7423-20EE-5AE9-2E34E6488EAC}"/>
              </a:ext>
            </a:extLst>
          </p:cNvPr>
          <p:cNvSpPr>
            <a:spLocks noGrp="1"/>
          </p:cNvSpPr>
          <p:nvPr>
            <p:ph idx="1"/>
          </p:nvPr>
        </p:nvSpPr>
        <p:spPr/>
        <p:txBody>
          <a:bodyPr/>
          <a:lstStyle/>
          <a:p>
            <a:r>
              <a:rPr lang="en-US" dirty="0"/>
              <a:t>You need to understand what you are talking about.</a:t>
            </a:r>
          </a:p>
          <a:p>
            <a:r>
              <a:rPr lang="en-US" dirty="0"/>
              <a:t>Your audience needs to understand what you are talking about.</a:t>
            </a:r>
          </a:p>
          <a:p>
            <a:r>
              <a:rPr lang="en-US" dirty="0"/>
              <a:t>If you use resources that are too complicated, </a:t>
            </a:r>
          </a:p>
          <a:p>
            <a:pPr lvl="1"/>
            <a:r>
              <a:rPr lang="en-US" dirty="0"/>
              <a:t>You may not understand what you wrote down</a:t>
            </a:r>
          </a:p>
          <a:p>
            <a:pPr lvl="1"/>
            <a:r>
              <a:rPr lang="en-US" dirty="0"/>
              <a:t>Your audience may fail to understand your ideas.</a:t>
            </a:r>
          </a:p>
          <a:p>
            <a:r>
              <a:rPr lang="en-US" dirty="0"/>
              <a:t>Check if you understand the intro. If you are confused by the intro, you will likely have trouble with the rest of the article.</a:t>
            </a:r>
          </a:p>
          <a:p>
            <a:pPr marL="0" indent="0">
              <a:buNone/>
            </a:pPr>
            <a:endParaRPr lang="en-US" dirty="0"/>
          </a:p>
        </p:txBody>
      </p:sp>
    </p:spTree>
    <p:extLst>
      <p:ext uri="{BB962C8B-B14F-4D97-AF65-F5344CB8AC3E}">
        <p14:creationId xmlns:p14="http://schemas.microsoft.com/office/powerpoint/2010/main" val="41308009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50D92-CB9B-80C8-F909-611EEE426A9A}"/>
              </a:ext>
            </a:extLst>
          </p:cNvPr>
          <p:cNvSpPr>
            <a:spLocks noGrp="1"/>
          </p:cNvSpPr>
          <p:nvPr>
            <p:ph type="title"/>
          </p:nvPr>
        </p:nvSpPr>
        <p:spPr/>
        <p:txBody>
          <a:bodyPr/>
          <a:lstStyle/>
          <a:p>
            <a:r>
              <a:rPr lang="en-US" dirty="0"/>
              <a:t>Resource Level Example</a:t>
            </a:r>
          </a:p>
        </p:txBody>
      </p:sp>
      <p:sp>
        <p:nvSpPr>
          <p:cNvPr id="3" name="Text Placeholder 2">
            <a:extLst>
              <a:ext uri="{FF2B5EF4-FFF2-40B4-BE49-F238E27FC236}">
                <a16:creationId xmlns:a16="http://schemas.microsoft.com/office/drawing/2014/main" id="{A63AF9BF-6D25-FBAA-3B00-14FCF24EEBA8}"/>
              </a:ext>
            </a:extLst>
          </p:cNvPr>
          <p:cNvSpPr>
            <a:spLocks noGrp="1"/>
          </p:cNvSpPr>
          <p:nvPr>
            <p:ph type="body" idx="1"/>
          </p:nvPr>
        </p:nvSpPr>
        <p:spPr/>
        <p:txBody>
          <a:bodyPr>
            <a:normAutofit/>
          </a:bodyPr>
          <a:lstStyle/>
          <a:p>
            <a:r>
              <a:rPr lang="en-US" dirty="0"/>
              <a:t>Too complicated (Scientific Research Article) [1]</a:t>
            </a:r>
          </a:p>
        </p:txBody>
      </p:sp>
      <p:sp>
        <p:nvSpPr>
          <p:cNvPr id="4" name="Content Placeholder 3">
            <a:extLst>
              <a:ext uri="{FF2B5EF4-FFF2-40B4-BE49-F238E27FC236}">
                <a16:creationId xmlns:a16="http://schemas.microsoft.com/office/drawing/2014/main" id="{2C091D4C-C995-A8E3-0F91-D6B79A9FEAC1}"/>
              </a:ext>
            </a:extLst>
          </p:cNvPr>
          <p:cNvSpPr>
            <a:spLocks noGrp="1"/>
          </p:cNvSpPr>
          <p:nvPr>
            <p:ph sz="half" idx="2"/>
          </p:nvPr>
        </p:nvSpPr>
        <p:spPr/>
        <p:txBody>
          <a:bodyPr>
            <a:normAutofit fontScale="55000" lnSpcReduction="20000"/>
          </a:bodyPr>
          <a:lstStyle/>
          <a:p>
            <a:r>
              <a:rPr lang="en-US" dirty="0"/>
              <a:t>A large and growing body of evidence suggests that physical activity (PA) may hold therapeutic promise in the management of mental health disorders. Most evidence linking PA to mental health outcomes has focused on the effects of aerobic exercise training on depression, although a growing body of work supports the efficacy of both aerobic and resistance exercise paradigms in the treatment of anxiety and post-traumatic stress disorder. Despite abundant evidence linking PA and mental health, use of exercise training as a mental health treatment remains limited due to three important sources of uncertainty: (a) large individual differences in response to exercise treatment within multiple mental health domains; (b) the critical importance of sustained PA engagement, not always achieved, for therapeutic benefit; and (c) disagreement regarding the relative importance of putative therapeutic mechanisms</a:t>
            </a:r>
          </a:p>
        </p:txBody>
      </p:sp>
      <p:sp>
        <p:nvSpPr>
          <p:cNvPr id="5" name="Text Placeholder 4">
            <a:extLst>
              <a:ext uri="{FF2B5EF4-FFF2-40B4-BE49-F238E27FC236}">
                <a16:creationId xmlns:a16="http://schemas.microsoft.com/office/drawing/2014/main" id="{1953D81E-6099-6CCD-809C-8D7C1C45D43C}"/>
              </a:ext>
            </a:extLst>
          </p:cNvPr>
          <p:cNvSpPr>
            <a:spLocks noGrp="1"/>
          </p:cNvSpPr>
          <p:nvPr>
            <p:ph type="body" sz="quarter" idx="3"/>
          </p:nvPr>
        </p:nvSpPr>
        <p:spPr/>
        <p:txBody>
          <a:bodyPr>
            <a:normAutofit/>
          </a:bodyPr>
          <a:lstStyle/>
          <a:p>
            <a:r>
              <a:rPr lang="en-US" dirty="0"/>
              <a:t>Just Right (General Audience article) [2]</a:t>
            </a:r>
          </a:p>
        </p:txBody>
      </p:sp>
      <p:sp>
        <p:nvSpPr>
          <p:cNvPr id="6" name="Content Placeholder 5">
            <a:extLst>
              <a:ext uri="{FF2B5EF4-FFF2-40B4-BE49-F238E27FC236}">
                <a16:creationId xmlns:a16="http://schemas.microsoft.com/office/drawing/2014/main" id="{975B3BD6-C008-F695-F408-65001BAE89FC}"/>
              </a:ext>
            </a:extLst>
          </p:cNvPr>
          <p:cNvSpPr>
            <a:spLocks noGrp="1"/>
          </p:cNvSpPr>
          <p:nvPr>
            <p:ph sz="quarter" idx="4"/>
          </p:nvPr>
        </p:nvSpPr>
        <p:spPr/>
        <p:txBody>
          <a:bodyPr>
            <a:normAutofit fontScale="55000" lnSpcReduction="20000"/>
          </a:bodyPr>
          <a:lstStyle/>
          <a:p>
            <a:r>
              <a:rPr lang="en-US" dirty="0"/>
              <a:t>When you have depression or anxiety, exercise often seems like the last thing you want to do. But once you get started and keep going, exercise can make a big difference.</a:t>
            </a:r>
          </a:p>
          <a:p>
            <a:endParaRPr lang="en-US" dirty="0"/>
          </a:p>
          <a:p>
            <a:r>
              <a:rPr lang="en-US" dirty="0"/>
              <a:t>Exercise helps prevent and improve many health problems, including high blood pressure, diabetes and arthritis. Research on depression, anxiety and exercise shows that the mental health and physical benefits of exercise also can help mood get better and lessen anxiety.</a:t>
            </a:r>
          </a:p>
        </p:txBody>
      </p:sp>
    </p:spTree>
    <p:extLst>
      <p:ext uri="{BB962C8B-B14F-4D97-AF65-F5344CB8AC3E}">
        <p14:creationId xmlns:p14="http://schemas.microsoft.com/office/powerpoint/2010/main" val="38542604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FAF97F-F6D1-1AA0-F5C3-650B1B182039}"/>
              </a:ext>
            </a:extLst>
          </p:cNvPr>
          <p:cNvSpPr>
            <a:spLocks noGrp="1"/>
          </p:cNvSpPr>
          <p:nvPr>
            <p:ph type="title"/>
          </p:nvPr>
        </p:nvSpPr>
        <p:spPr/>
        <p:txBody>
          <a:bodyPr/>
          <a:lstStyle/>
          <a:p>
            <a:r>
              <a:rPr lang="en-US" dirty="0"/>
              <a:t>Provide just enough detail</a:t>
            </a:r>
          </a:p>
        </p:txBody>
      </p:sp>
      <p:sp>
        <p:nvSpPr>
          <p:cNvPr id="3" name="Content Placeholder 2">
            <a:extLst>
              <a:ext uri="{FF2B5EF4-FFF2-40B4-BE49-F238E27FC236}">
                <a16:creationId xmlns:a16="http://schemas.microsoft.com/office/drawing/2014/main" id="{BF27F0AC-B6F8-8D85-DF8F-8194FA5F257C}"/>
              </a:ext>
            </a:extLst>
          </p:cNvPr>
          <p:cNvSpPr>
            <a:spLocks noGrp="1"/>
          </p:cNvSpPr>
          <p:nvPr>
            <p:ph idx="1"/>
          </p:nvPr>
        </p:nvSpPr>
        <p:spPr/>
        <p:txBody>
          <a:bodyPr/>
          <a:lstStyle/>
          <a:p>
            <a:r>
              <a:rPr lang="en-US" dirty="0"/>
              <a:t>Your information should be detailed enough for your audience.</a:t>
            </a:r>
          </a:p>
          <a:p>
            <a:r>
              <a:rPr lang="en-US" dirty="0"/>
              <a:t>Too much or too little detail makes your arguments less persuasive and less clear.</a:t>
            </a:r>
          </a:p>
          <a:p>
            <a:pPr lvl="1"/>
            <a:r>
              <a:rPr lang="en-US" dirty="0"/>
              <a:t>Too simple- boring</a:t>
            </a:r>
          </a:p>
          <a:p>
            <a:pPr lvl="1"/>
            <a:r>
              <a:rPr lang="en-US" dirty="0"/>
              <a:t>Too complicated- confusing</a:t>
            </a:r>
          </a:p>
        </p:txBody>
      </p:sp>
    </p:spTree>
    <p:extLst>
      <p:ext uri="{BB962C8B-B14F-4D97-AF65-F5344CB8AC3E}">
        <p14:creationId xmlns:p14="http://schemas.microsoft.com/office/powerpoint/2010/main" val="2859407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168A5-9D9B-190B-4608-33690F1EB730}"/>
              </a:ext>
            </a:extLst>
          </p:cNvPr>
          <p:cNvSpPr>
            <a:spLocks noGrp="1"/>
          </p:cNvSpPr>
          <p:nvPr>
            <p:ph type="title"/>
          </p:nvPr>
        </p:nvSpPr>
        <p:spPr/>
        <p:txBody>
          <a:bodyPr/>
          <a:lstStyle/>
          <a:p>
            <a:r>
              <a:rPr lang="en-US" dirty="0"/>
              <a:t>Too simple vs too complex</a:t>
            </a:r>
            <a:br>
              <a:rPr lang="en-US" dirty="0"/>
            </a:br>
            <a:r>
              <a:rPr lang="en-US" dirty="0"/>
              <a:t>Gravity for high schoolers [3]</a:t>
            </a:r>
          </a:p>
        </p:txBody>
      </p:sp>
      <p:sp>
        <p:nvSpPr>
          <p:cNvPr id="3" name="Text Placeholder 2">
            <a:extLst>
              <a:ext uri="{FF2B5EF4-FFF2-40B4-BE49-F238E27FC236}">
                <a16:creationId xmlns:a16="http://schemas.microsoft.com/office/drawing/2014/main" id="{47664BB9-2ABA-A480-EC48-F90F220A9638}"/>
              </a:ext>
            </a:extLst>
          </p:cNvPr>
          <p:cNvSpPr>
            <a:spLocks noGrp="1"/>
          </p:cNvSpPr>
          <p:nvPr>
            <p:ph type="body" idx="1"/>
          </p:nvPr>
        </p:nvSpPr>
        <p:spPr/>
        <p:txBody>
          <a:bodyPr/>
          <a:lstStyle/>
          <a:p>
            <a:r>
              <a:rPr lang="en-US" dirty="0"/>
              <a:t>Too simple</a:t>
            </a:r>
          </a:p>
        </p:txBody>
      </p:sp>
      <p:sp>
        <p:nvSpPr>
          <p:cNvPr id="4" name="Content Placeholder 3">
            <a:extLst>
              <a:ext uri="{FF2B5EF4-FFF2-40B4-BE49-F238E27FC236}">
                <a16:creationId xmlns:a16="http://schemas.microsoft.com/office/drawing/2014/main" id="{3E7213D7-7A2C-C2ED-82C4-AC2F30310E9F}"/>
              </a:ext>
            </a:extLst>
          </p:cNvPr>
          <p:cNvSpPr>
            <a:spLocks noGrp="1"/>
          </p:cNvSpPr>
          <p:nvPr>
            <p:ph sz="half" idx="2"/>
          </p:nvPr>
        </p:nvSpPr>
        <p:spPr/>
        <p:txBody>
          <a:bodyPr>
            <a:normAutofit fontScale="62500" lnSpcReduction="20000"/>
          </a:bodyPr>
          <a:lstStyle/>
          <a:p>
            <a:r>
              <a:rPr lang="en-US" dirty="0"/>
              <a:t>Gravity is why things fall down. Everything on earth has gravity, from birds to people.</a:t>
            </a:r>
          </a:p>
          <a:p>
            <a:r>
              <a:rPr lang="en-US" dirty="0"/>
              <a:t>If you throw something up, it will fall down because of gravity.</a:t>
            </a:r>
          </a:p>
        </p:txBody>
      </p:sp>
      <p:sp>
        <p:nvSpPr>
          <p:cNvPr id="5" name="Text Placeholder 4">
            <a:extLst>
              <a:ext uri="{FF2B5EF4-FFF2-40B4-BE49-F238E27FC236}">
                <a16:creationId xmlns:a16="http://schemas.microsoft.com/office/drawing/2014/main" id="{8CB42E38-A65F-3C53-4339-96E93E1BF533}"/>
              </a:ext>
            </a:extLst>
          </p:cNvPr>
          <p:cNvSpPr>
            <a:spLocks noGrp="1"/>
          </p:cNvSpPr>
          <p:nvPr>
            <p:ph type="body" sz="quarter" idx="3"/>
          </p:nvPr>
        </p:nvSpPr>
        <p:spPr/>
        <p:txBody>
          <a:bodyPr/>
          <a:lstStyle/>
          <a:p>
            <a:r>
              <a:rPr lang="en-US" dirty="0"/>
              <a:t>Too complex</a:t>
            </a:r>
          </a:p>
        </p:txBody>
      </p:sp>
      <p:sp>
        <p:nvSpPr>
          <p:cNvPr id="6" name="Content Placeholder 5">
            <a:extLst>
              <a:ext uri="{FF2B5EF4-FFF2-40B4-BE49-F238E27FC236}">
                <a16:creationId xmlns:a16="http://schemas.microsoft.com/office/drawing/2014/main" id="{57EDBC53-0F55-E011-B261-33D4D90CF2BD}"/>
              </a:ext>
            </a:extLst>
          </p:cNvPr>
          <p:cNvSpPr>
            <a:spLocks noGrp="1"/>
          </p:cNvSpPr>
          <p:nvPr>
            <p:ph sz="quarter" idx="4"/>
          </p:nvPr>
        </p:nvSpPr>
        <p:spPr/>
        <p:txBody>
          <a:bodyPr>
            <a:normAutofit fontScale="62500" lnSpcReduction="20000"/>
          </a:bodyPr>
          <a:lstStyle/>
          <a:p>
            <a:r>
              <a:rPr lang="en-US" dirty="0"/>
              <a:t>In physics, gravity (from Latin gravitas 'weight'[1]) is a fundamental interaction primarily observed as mutual attraction between all things that have mass. Gravity is, by far, the weakest of the four fundamental interactions, approximately 1038 times weaker than the strong interaction, 1036 times weaker than the electromagnetic force and 1029 times weaker than the weak interaction. As a result, it has no significant influence at the level of subatomic particles.[2] However, gravity is the most significant interaction between objects at the macroscopic scale, and it determines the motion of planets, stars, galaxies, and even light.</a:t>
            </a:r>
          </a:p>
        </p:txBody>
      </p:sp>
    </p:spTree>
    <p:extLst>
      <p:ext uri="{BB962C8B-B14F-4D97-AF65-F5344CB8AC3E}">
        <p14:creationId xmlns:p14="http://schemas.microsoft.com/office/powerpoint/2010/main" val="8198295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1A4ED27-5D82-C779-94C5-62D4956C2C7C}"/>
              </a:ext>
            </a:extLst>
          </p:cNvPr>
          <p:cNvSpPr>
            <a:spLocks noGrp="1"/>
          </p:cNvSpPr>
          <p:nvPr>
            <p:ph type="title"/>
          </p:nvPr>
        </p:nvSpPr>
        <p:spPr/>
        <p:txBody>
          <a:bodyPr/>
          <a:lstStyle/>
          <a:p>
            <a:r>
              <a:rPr lang="en-US" dirty="0"/>
              <a:t>Gravity for high schoolers [4]</a:t>
            </a:r>
          </a:p>
        </p:txBody>
      </p:sp>
      <p:sp>
        <p:nvSpPr>
          <p:cNvPr id="8" name="Content Placeholder 7">
            <a:extLst>
              <a:ext uri="{FF2B5EF4-FFF2-40B4-BE49-F238E27FC236}">
                <a16:creationId xmlns:a16="http://schemas.microsoft.com/office/drawing/2014/main" id="{48047FAF-E010-6D5B-15A4-708151C55255}"/>
              </a:ext>
            </a:extLst>
          </p:cNvPr>
          <p:cNvSpPr>
            <a:spLocks noGrp="1"/>
          </p:cNvSpPr>
          <p:nvPr>
            <p:ph idx="1"/>
          </p:nvPr>
        </p:nvSpPr>
        <p:spPr/>
        <p:txBody>
          <a:bodyPr>
            <a:normAutofit fontScale="85000" lnSpcReduction="20000"/>
          </a:bodyPr>
          <a:lstStyle/>
          <a:p>
            <a:r>
              <a:rPr lang="en-US" dirty="0"/>
              <a:t>Gravity is a force an object pulls other objects towards their center. </a:t>
            </a:r>
          </a:p>
          <a:p>
            <a:pPr lvl="1"/>
            <a:r>
              <a:rPr lang="en-US" dirty="0"/>
              <a:t>Gravity pulls objects on Earth down.</a:t>
            </a:r>
          </a:p>
          <a:p>
            <a:pPr lvl="1"/>
            <a:r>
              <a:rPr lang="en-US" dirty="0"/>
              <a:t>Gravity also causes planets to orbit around the sun.</a:t>
            </a:r>
          </a:p>
          <a:p>
            <a:r>
              <a:rPr lang="en-US" dirty="0"/>
              <a:t>The greater the mass of an object, the stronger its gravitational force is.</a:t>
            </a:r>
          </a:p>
          <a:p>
            <a:pPr lvl="1"/>
            <a:r>
              <a:rPr lang="en-US" dirty="0"/>
              <a:t>This is people fall downward towards the Earth, but do not the Earth towards them.</a:t>
            </a:r>
          </a:p>
          <a:p>
            <a:pPr lvl="1"/>
            <a:r>
              <a:rPr lang="en-US" dirty="0"/>
              <a:t>This is why the moon circles the Earth instead of the Earth circling the moon.</a:t>
            </a:r>
          </a:p>
          <a:p>
            <a:r>
              <a:rPr lang="en-US" dirty="0"/>
              <a:t>The closer two objects are, the stronger the gravity is between them.</a:t>
            </a:r>
          </a:p>
          <a:p>
            <a:pPr lvl="1"/>
            <a:r>
              <a:rPr lang="en-US" dirty="0"/>
              <a:t>The gravity for astronauts on the Moon mainly affected by the Moon rather than Earth since they are on the Moon and far away from Earth.</a:t>
            </a:r>
          </a:p>
          <a:p>
            <a:pPr lvl="1"/>
            <a:r>
              <a:rPr lang="en-US" dirty="0"/>
              <a:t>The Moon has much less mass than the Earth, so gravity is weaker there. This is why people on the moon are floaty in videos.</a:t>
            </a:r>
          </a:p>
        </p:txBody>
      </p:sp>
    </p:spTree>
    <p:extLst>
      <p:ext uri="{BB962C8B-B14F-4D97-AF65-F5344CB8AC3E}">
        <p14:creationId xmlns:p14="http://schemas.microsoft.com/office/powerpoint/2010/main" val="22910047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A9ACE6-A160-9F7A-6FEC-0783F1667E67}"/>
              </a:ext>
            </a:extLst>
          </p:cNvPr>
          <p:cNvSpPr>
            <a:spLocks noGrp="1"/>
          </p:cNvSpPr>
          <p:nvPr>
            <p:ph type="title"/>
          </p:nvPr>
        </p:nvSpPr>
        <p:spPr/>
        <p:txBody>
          <a:bodyPr/>
          <a:lstStyle/>
          <a:p>
            <a:r>
              <a:rPr lang="en-US" dirty="0"/>
              <a:t>Phrases, not paragraphs [5]</a:t>
            </a:r>
          </a:p>
        </p:txBody>
      </p:sp>
      <p:sp>
        <p:nvSpPr>
          <p:cNvPr id="3" name="Content Placeholder 2">
            <a:extLst>
              <a:ext uri="{FF2B5EF4-FFF2-40B4-BE49-F238E27FC236}">
                <a16:creationId xmlns:a16="http://schemas.microsoft.com/office/drawing/2014/main" id="{186B4696-0F5F-5432-5A70-627C85538CEA}"/>
              </a:ext>
            </a:extLst>
          </p:cNvPr>
          <p:cNvSpPr>
            <a:spLocks noGrp="1"/>
          </p:cNvSpPr>
          <p:nvPr>
            <p:ph idx="1"/>
          </p:nvPr>
        </p:nvSpPr>
        <p:spPr/>
        <p:txBody>
          <a:bodyPr/>
          <a:lstStyle/>
          <a:p>
            <a:r>
              <a:rPr lang="en-US" dirty="0"/>
              <a:t>Don’t write everything on slides.</a:t>
            </a:r>
          </a:p>
          <a:p>
            <a:r>
              <a:rPr lang="en-US" dirty="0"/>
              <a:t>People find paragraphs difficult.</a:t>
            </a:r>
          </a:p>
          <a:p>
            <a:endParaRPr lang="en-US" dirty="0"/>
          </a:p>
          <a:p>
            <a:r>
              <a:rPr lang="en-US" dirty="0"/>
              <a:t>Text should summarize.</a:t>
            </a:r>
          </a:p>
          <a:p>
            <a:r>
              <a:rPr lang="en-US" dirty="0"/>
              <a:t>People can remember phrases more easily than full paragraphs.</a:t>
            </a:r>
          </a:p>
        </p:txBody>
      </p:sp>
    </p:spTree>
    <p:extLst>
      <p:ext uri="{BB962C8B-B14F-4D97-AF65-F5344CB8AC3E}">
        <p14:creationId xmlns:p14="http://schemas.microsoft.com/office/powerpoint/2010/main" val="17270046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92CA0-D9B5-B9C4-D943-F659E8E72992}"/>
              </a:ext>
            </a:extLst>
          </p:cNvPr>
          <p:cNvSpPr>
            <a:spLocks noGrp="1"/>
          </p:cNvSpPr>
          <p:nvPr>
            <p:ph type="title"/>
          </p:nvPr>
        </p:nvSpPr>
        <p:spPr>
          <a:xfrm>
            <a:off x="1610953" y="951573"/>
            <a:ext cx="9605635" cy="1059305"/>
          </a:xfrm>
        </p:spPr>
        <p:txBody>
          <a:bodyPr/>
          <a:lstStyle/>
          <a:p>
            <a:r>
              <a:rPr lang="en-US" dirty="0"/>
              <a:t>Insertion Sort [6]</a:t>
            </a:r>
          </a:p>
        </p:txBody>
      </p:sp>
      <p:sp>
        <p:nvSpPr>
          <p:cNvPr id="3" name="Content Placeholder 2">
            <a:extLst>
              <a:ext uri="{FF2B5EF4-FFF2-40B4-BE49-F238E27FC236}">
                <a16:creationId xmlns:a16="http://schemas.microsoft.com/office/drawing/2014/main" id="{B3B27E51-C756-6D76-E653-546D7DC6650A}"/>
              </a:ext>
            </a:extLst>
          </p:cNvPr>
          <p:cNvSpPr>
            <a:spLocks noGrp="1"/>
          </p:cNvSpPr>
          <p:nvPr>
            <p:ph sz="half" idx="1"/>
          </p:nvPr>
        </p:nvSpPr>
        <p:spPr/>
        <p:txBody>
          <a:bodyPr>
            <a:noAutofit/>
          </a:bodyPr>
          <a:lstStyle/>
          <a:p>
            <a:pPr algn="l"/>
            <a:r>
              <a:rPr lang="en-US" sz="2400" b="0" i="0" dirty="0">
                <a:solidFill>
                  <a:srgbClr val="202122"/>
                </a:solidFill>
                <a:effectLst/>
                <a:latin typeface="+mj-lt"/>
                <a:cs typeface="Arial" panose="020B0604020202020204" pitchFamily="34" charset="0"/>
              </a:rPr>
              <a:t>Unclear Version</a:t>
            </a:r>
          </a:p>
          <a:p>
            <a:pPr algn="l"/>
            <a:r>
              <a:rPr lang="en-US" sz="1200" b="0" i="0" dirty="0">
                <a:solidFill>
                  <a:srgbClr val="202122"/>
                </a:solidFill>
                <a:effectLst/>
                <a:latin typeface="Arial" panose="020B0604020202020204" pitchFamily="34" charset="0"/>
              </a:rPr>
              <a:t>Insertion sort </a:t>
            </a:r>
            <a:r>
              <a:rPr lang="en-US" sz="1200" b="0" i="0" u="none" strike="noStrike" dirty="0">
                <a:solidFill>
                  <a:srgbClr val="3366CC"/>
                </a:solidFill>
                <a:effectLst/>
                <a:latin typeface="Arial" panose="020B0604020202020204" pitchFamily="34" charset="0"/>
                <a:hlinkClick r:id="rId2" tooltip="Iteration"/>
              </a:rPr>
              <a:t>iterates</a:t>
            </a:r>
            <a:r>
              <a:rPr lang="en-US" sz="1200" b="0" i="0" dirty="0">
                <a:solidFill>
                  <a:srgbClr val="202122"/>
                </a:solidFill>
                <a:effectLst/>
                <a:latin typeface="Arial" panose="020B0604020202020204" pitchFamily="34" charset="0"/>
              </a:rPr>
              <a:t>, consuming one input element each repetition, and grows a sorted output list. At each iteration, insertion sort removes one element from the input data, finds the location it belongs within the sorted list, and inserts it there. It repeats until no input elements remain.</a:t>
            </a:r>
          </a:p>
          <a:p>
            <a:pPr algn="l"/>
            <a:r>
              <a:rPr lang="en-US" sz="1200" b="0" i="0" dirty="0">
                <a:solidFill>
                  <a:srgbClr val="202122"/>
                </a:solidFill>
                <a:effectLst/>
                <a:latin typeface="Arial" panose="020B0604020202020204" pitchFamily="34" charset="0"/>
              </a:rPr>
              <a:t>Sorting is typically done in-place, by iterating up the array, growing the sorted list behind it. At each array-position, it checks the value there against the largest value in the sorted list (which happens to be next to it, in the previous array-position checked). If larger, it leaves the element in place and moves to the next. If smaller, it finds the correct position within the sorted list, shifts all the larger values up to make a space, and inserts into that correct position.</a:t>
            </a:r>
          </a:p>
        </p:txBody>
      </p:sp>
      <p:graphicFrame>
        <p:nvGraphicFramePr>
          <p:cNvPr id="7" name="Content Placeholder 6">
            <a:extLst>
              <a:ext uri="{FF2B5EF4-FFF2-40B4-BE49-F238E27FC236}">
                <a16:creationId xmlns:a16="http://schemas.microsoft.com/office/drawing/2014/main" id="{D72AB83A-30EA-44FD-F83D-7A9B2C1C7A47}"/>
              </a:ext>
            </a:extLst>
          </p:cNvPr>
          <p:cNvGraphicFramePr>
            <a:graphicFrameLocks noGrp="1"/>
          </p:cNvGraphicFramePr>
          <p:nvPr>
            <p:ph sz="half" idx="2"/>
            <p:extLst>
              <p:ext uri="{D42A27DB-BD31-4B8C-83A1-F6EECF244321}">
                <p14:modId xmlns:p14="http://schemas.microsoft.com/office/powerpoint/2010/main" val="2272149698"/>
              </p:ext>
            </p:extLst>
          </p:nvPr>
        </p:nvGraphicFramePr>
        <p:xfrm>
          <a:off x="6413771" y="2798064"/>
          <a:ext cx="4645152" cy="17145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026" name="Picture 2">
            <a:extLst>
              <a:ext uri="{FF2B5EF4-FFF2-40B4-BE49-F238E27FC236}">
                <a16:creationId xmlns:a16="http://schemas.microsoft.com/office/drawing/2014/main" id="{C37BCEEA-6609-FD7E-DB33-B0278D62753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895099" y="4672583"/>
            <a:ext cx="2163718" cy="1298231"/>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1B95541F-CEF8-2B1B-53D5-D9D90485B96E}"/>
              </a:ext>
            </a:extLst>
          </p:cNvPr>
          <p:cNvSpPr txBox="1"/>
          <p:nvPr/>
        </p:nvSpPr>
        <p:spPr>
          <a:xfrm>
            <a:off x="6413770" y="2176380"/>
            <a:ext cx="4645152" cy="461665"/>
          </a:xfrm>
          <a:prstGeom prst="rect">
            <a:avLst/>
          </a:prstGeom>
          <a:noFill/>
        </p:spPr>
        <p:txBody>
          <a:bodyPr wrap="square" rtlCol="0">
            <a:spAutoFit/>
          </a:bodyPr>
          <a:lstStyle/>
          <a:p>
            <a:r>
              <a:rPr lang="en-US" sz="2400" dirty="0"/>
              <a:t>Clear Version</a:t>
            </a:r>
          </a:p>
        </p:txBody>
      </p:sp>
    </p:spTree>
    <p:extLst>
      <p:ext uri="{BB962C8B-B14F-4D97-AF65-F5344CB8AC3E}">
        <p14:creationId xmlns:p14="http://schemas.microsoft.com/office/powerpoint/2010/main" val="30064621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EF4CF-439D-2919-5387-6A96DE19DC46}"/>
              </a:ext>
            </a:extLst>
          </p:cNvPr>
          <p:cNvSpPr>
            <a:spLocks noGrp="1"/>
          </p:cNvSpPr>
          <p:nvPr>
            <p:ph type="title"/>
          </p:nvPr>
        </p:nvSpPr>
        <p:spPr/>
        <p:txBody>
          <a:bodyPr/>
          <a:lstStyle/>
          <a:p>
            <a:r>
              <a:rPr lang="en-US" dirty="0"/>
              <a:t>Part 2</a:t>
            </a:r>
          </a:p>
        </p:txBody>
      </p:sp>
      <p:sp>
        <p:nvSpPr>
          <p:cNvPr id="3" name="Text Placeholder 2">
            <a:extLst>
              <a:ext uri="{FF2B5EF4-FFF2-40B4-BE49-F238E27FC236}">
                <a16:creationId xmlns:a16="http://schemas.microsoft.com/office/drawing/2014/main" id="{32CD8E7A-929B-42A9-03FB-4E54B5DFC294}"/>
              </a:ext>
            </a:extLst>
          </p:cNvPr>
          <p:cNvSpPr>
            <a:spLocks noGrp="1"/>
          </p:cNvSpPr>
          <p:nvPr>
            <p:ph type="body" idx="1"/>
          </p:nvPr>
        </p:nvSpPr>
        <p:spPr/>
        <p:txBody>
          <a:bodyPr/>
          <a:lstStyle/>
          <a:p>
            <a:r>
              <a:rPr lang="en-US" dirty="0"/>
              <a:t>Text and Backgrounds</a:t>
            </a:r>
          </a:p>
        </p:txBody>
      </p:sp>
    </p:spTree>
    <p:extLst>
      <p:ext uri="{BB962C8B-B14F-4D97-AF65-F5344CB8AC3E}">
        <p14:creationId xmlns:p14="http://schemas.microsoft.com/office/powerpoint/2010/main" val="7841354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F78171-6944-A005-FBBD-8FC2F830972C}"/>
              </a:ext>
            </a:extLst>
          </p:cNvPr>
          <p:cNvSpPr>
            <a:spLocks noGrp="1"/>
          </p:cNvSpPr>
          <p:nvPr>
            <p:ph type="title"/>
          </p:nvPr>
        </p:nvSpPr>
        <p:spPr/>
        <p:txBody>
          <a:bodyPr/>
          <a:lstStyle/>
          <a:p>
            <a:r>
              <a:rPr lang="en-US" dirty="0"/>
              <a:t>Poor fonts [7]</a:t>
            </a:r>
          </a:p>
        </p:txBody>
      </p:sp>
      <p:sp>
        <p:nvSpPr>
          <p:cNvPr id="3" name="Content Placeholder 2">
            <a:extLst>
              <a:ext uri="{FF2B5EF4-FFF2-40B4-BE49-F238E27FC236}">
                <a16:creationId xmlns:a16="http://schemas.microsoft.com/office/drawing/2014/main" id="{AE623749-0EC5-1E55-47CA-81A3D026FA7E}"/>
              </a:ext>
            </a:extLst>
          </p:cNvPr>
          <p:cNvSpPr>
            <a:spLocks noGrp="1"/>
          </p:cNvSpPr>
          <p:nvPr>
            <p:ph idx="1"/>
          </p:nvPr>
        </p:nvSpPr>
        <p:spPr/>
        <p:txBody>
          <a:bodyPr/>
          <a:lstStyle/>
          <a:p>
            <a:r>
              <a:rPr lang="en-US" dirty="0"/>
              <a:t>Good fonts are useful</a:t>
            </a:r>
          </a:p>
          <a:p>
            <a:r>
              <a:rPr lang="en-US" dirty="0"/>
              <a:t>Poor fonts are distracting</a:t>
            </a:r>
          </a:p>
          <a:p>
            <a:r>
              <a:rPr lang="en-US" dirty="0"/>
              <a:t>You can be thematic, but not too silly.</a:t>
            </a:r>
          </a:p>
        </p:txBody>
      </p:sp>
    </p:spTree>
    <p:extLst>
      <p:ext uri="{BB962C8B-B14F-4D97-AF65-F5344CB8AC3E}">
        <p14:creationId xmlns:p14="http://schemas.microsoft.com/office/powerpoint/2010/main" val="35137052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5622E-9506-8F68-8B20-4A9C8F00C65E}"/>
              </a:ext>
            </a:extLst>
          </p:cNvPr>
          <p:cNvSpPr>
            <a:spLocks noGrp="1"/>
          </p:cNvSpPr>
          <p:nvPr>
            <p:ph type="title"/>
          </p:nvPr>
        </p:nvSpPr>
        <p:spPr/>
        <p:txBody>
          <a:bodyPr/>
          <a:lstStyle/>
          <a:p>
            <a:r>
              <a:rPr lang="en-US" dirty="0"/>
              <a:t>Fun, but not for formal presentations.</a:t>
            </a:r>
          </a:p>
        </p:txBody>
      </p:sp>
      <p:sp>
        <p:nvSpPr>
          <p:cNvPr id="4" name="Text Placeholder 3">
            <a:extLst>
              <a:ext uri="{FF2B5EF4-FFF2-40B4-BE49-F238E27FC236}">
                <a16:creationId xmlns:a16="http://schemas.microsoft.com/office/drawing/2014/main" id="{B8B17F12-97AF-3631-507B-8B6AAFDF57AF}"/>
              </a:ext>
            </a:extLst>
          </p:cNvPr>
          <p:cNvSpPr>
            <a:spLocks noGrp="1"/>
          </p:cNvSpPr>
          <p:nvPr>
            <p:ph type="body" idx="1"/>
          </p:nvPr>
        </p:nvSpPr>
        <p:spPr/>
        <p:txBody>
          <a:bodyPr>
            <a:normAutofit fontScale="70000" lnSpcReduction="20000"/>
          </a:bodyPr>
          <a:lstStyle/>
          <a:p>
            <a:r>
              <a:rPr lang="en-US" dirty="0">
                <a:latin typeface="Comic Sans MS" panose="030F0702030302020204" pitchFamily="66" charset="0"/>
              </a:rPr>
              <a:t>Sans</a:t>
            </a:r>
          </a:p>
          <a:p>
            <a:r>
              <a:rPr lang="en-US" dirty="0">
                <a:latin typeface="Comic Sans MS" panose="030F0702030302020204" pitchFamily="66" charset="0"/>
              </a:rPr>
              <a:t>Too lazy and informal</a:t>
            </a:r>
          </a:p>
        </p:txBody>
      </p:sp>
      <p:pic>
        <p:nvPicPr>
          <p:cNvPr id="5" name="Content Placeholder 4" descr="Graphical user interface&#10;&#10;Description automatically generated">
            <a:extLst>
              <a:ext uri="{FF2B5EF4-FFF2-40B4-BE49-F238E27FC236}">
                <a16:creationId xmlns:a16="http://schemas.microsoft.com/office/drawing/2014/main" id="{E80647AA-B03D-696A-9842-C3B9B32CE470}"/>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251021" y="2980559"/>
            <a:ext cx="4645025" cy="2612826"/>
          </a:xfrm>
        </p:spPr>
      </p:pic>
      <p:sp>
        <p:nvSpPr>
          <p:cNvPr id="6" name="Text Placeholder 5">
            <a:extLst>
              <a:ext uri="{FF2B5EF4-FFF2-40B4-BE49-F238E27FC236}">
                <a16:creationId xmlns:a16="http://schemas.microsoft.com/office/drawing/2014/main" id="{2158267E-EBA8-9781-F8B4-D1BDDA7D3F34}"/>
              </a:ext>
            </a:extLst>
          </p:cNvPr>
          <p:cNvSpPr>
            <a:spLocks noGrp="1"/>
          </p:cNvSpPr>
          <p:nvPr>
            <p:ph type="body" sz="quarter" idx="3"/>
          </p:nvPr>
        </p:nvSpPr>
        <p:spPr/>
        <p:txBody>
          <a:bodyPr>
            <a:normAutofit fontScale="70000" lnSpcReduction="20000"/>
          </a:bodyPr>
          <a:lstStyle/>
          <a:p>
            <a:r>
              <a:rPr lang="en-US" dirty="0">
                <a:latin typeface="Papyrus" panose="03070502060502030205" pitchFamily="66" charset="0"/>
              </a:rPr>
              <a:t>Papyrus</a:t>
            </a:r>
          </a:p>
          <a:p>
            <a:r>
              <a:rPr lang="en-US" dirty="0">
                <a:latin typeface="Papyrus" panose="03070502060502030205" pitchFamily="66" charset="0"/>
              </a:rPr>
              <a:t>Too stylized and Impractical</a:t>
            </a:r>
          </a:p>
        </p:txBody>
      </p:sp>
      <p:sp>
        <p:nvSpPr>
          <p:cNvPr id="7" name="Content Placeholder 6">
            <a:extLst>
              <a:ext uri="{FF2B5EF4-FFF2-40B4-BE49-F238E27FC236}">
                <a16:creationId xmlns:a16="http://schemas.microsoft.com/office/drawing/2014/main" id="{03FAA71E-73B1-15D9-A6A3-EEA84F6D6F9E}"/>
              </a:ext>
            </a:extLst>
          </p:cNvPr>
          <p:cNvSpPr>
            <a:spLocks noGrp="1"/>
          </p:cNvSpPr>
          <p:nvPr>
            <p:ph sz="quarter" idx="4"/>
          </p:nvPr>
        </p:nvSpPr>
        <p:spPr/>
        <p:txBody>
          <a:bodyPr/>
          <a:lstStyle/>
          <a:p>
            <a:endParaRPr lang="en-US" dirty="0"/>
          </a:p>
        </p:txBody>
      </p:sp>
      <p:pic>
        <p:nvPicPr>
          <p:cNvPr id="9" name="Picture 8" descr="Graphical user interface&#10;&#10;Description automatically generated with low confidence">
            <a:extLst>
              <a:ext uri="{FF2B5EF4-FFF2-40B4-BE49-F238E27FC236}">
                <a16:creationId xmlns:a16="http://schemas.microsoft.com/office/drawing/2014/main" id="{BCBEE54B-E99D-CEA1-53C8-8DE18A94A40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56958" y="2997716"/>
            <a:ext cx="4584022" cy="2578512"/>
          </a:xfrm>
          <a:prstGeom prst="rect">
            <a:avLst/>
          </a:prstGeom>
        </p:spPr>
      </p:pic>
    </p:spTree>
    <p:extLst>
      <p:ext uri="{BB962C8B-B14F-4D97-AF65-F5344CB8AC3E}">
        <p14:creationId xmlns:p14="http://schemas.microsoft.com/office/powerpoint/2010/main" val="11779446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A2BF52-1B9F-D643-1CF2-A6A19C509616}"/>
              </a:ext>
            </a:extLst>
          </p:cNvPr>
          <p:cNvSpPr>
            <a:spLocks noGrp="1"/>
          </p:cNvSpPr>
          <p:nvPr>
            <p:ph type="title"/>
          </p:nvPr>
        </p:nvSpPr>
        <p:spPr/>
        <p:txBody>
          <a:bodyPr/>
          <a:lstStyle/>
          <a:p>
            <a:r>
              <a:rPr lang="en-US" dirty="0"/>
              <a:t>useful and cool fonts [8]</a:t>
            </a:r>
          </a:p>
        </p:txBody>
      </p:sp>
      <p:sp>
        <p:nvSpPr>
          <p:cNvPr id="3" name="Content Placeholder 2">
            <a:extLst>
              <a:ext uri="{FF2B5EF4-FFF2-40B4-BE49-F238E27FC236}">
                <a16:creationId xmlns:a16="http://schemas.microsoft.com/office/drawing/2014/main" id="{4C20011C-47B0-F65A-4E5C-D6698CB7F126}"/>
              </a:ext>
            </a:extLst>
          </p:cNvPr>
          <p:cNvSpPr>
            <a:spLocks noGrp="1"/>
          </p:cNvSpPr>
          <p:nvPr>
            <p:ph idx="1"/>
          </p:nvPr>
        </p:nvSpPr>
        <p:spPr/>
        <p:txBody>
          <a:bodyPr/>
          <a:lstStyle/>
          <a:p>
            <a:r>
              <a:rPr lang="en-US" dirty="0">
                <a:latin typeface="Roboto" panose="02000000000000000000" pitchFamily="2" charset="0"/>
                <a:ea typeface="Roboto" panose="02000000000000000000" pitchFamily="2" charset="0"/>
              </a:rPr>
              <a:t>Roboto- Professional and usable with other fonts</a:t>
            </a:r>
          </a:p>
          <a:p>
            <a:r>
              <a:rPr lang="en-US" dirty="0" err="1">
                <a:latin typeface="Raleway" pitchFamily="2" charset="0"/>
              </a:rPr>
              <a:t>Raleway</a:t>
            </a:r>
            <a:r>
              <a:rPr lang="en-US" dirty="0">
                <a:latin typeface="Raleway" pitchFamily="2" charset="0"/>
              </a:rPr>
              <a:t>- Stylish, yet readable</a:t>
            </a:r>
          </a:p>
          <a:p>
            <a:r>
              <a:rPr lang="en-US" dirty="0">
                <a:latin typeface="Bentham" panose="02000503000000000000" pitchFamily="2" charset="0"/>
              </a:rPr>
              <a:t>Bentham- Traditional, yet readable.</a:t>
            </a:r>
          </a:p>
          <a:p>
            <a:r>
              <a:rPr lang="en-US" dirty="0">
                <a:latin typeface="Poppins" panose="00000500000000000000" pitchFamily="2" charset="0"/>
                <a:cs typeface="Poppins" panose="00000500000000000000" pitchFamily="2" charset="0"/>
              </a:rPr>
              <a:t>Poppins- Fun, yet professional</a:t>
            </a:r>
          </a:p>
          <a:p>
            <a:endParaRPr lang="en-US" dirty="0">
              <a:latin typeface="Poppins" panose="00000500000000000000" pitchFamily="2" charset="0"/>
              <a:cs typeface="Poppins" panose="00000500000000000000" pitchFamily="2" charset="0"/>
            </a:endParaRPr>
          </a:p>
          <a:p>
            <a:r>
              <a:rPr lang="en-US" dirty="0">
                <a:cs typeface="Poppins" panose="00000500000000000000" pitchFamily="2" charset="0"/>
              </a:rPr>
              <a:t>Try using Google Fonts to find other useful fonts.</a:t>
            </a:r>
          </a:p>
        </p:txBody>
      </p:sp>
    </p:spTree>
    <p:extLst>
      <p:ext uri="{BB962C8B-B14F-4D97-AF65-F5344CB8AC3E}">
        <p14:creationId xmlns:p14="http://schemas.microsoft.com/office/powerpoint/2010/main" val="31908003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CB525B-D70D-BCB0-F0C6-A0CBB3D10F98}"/>
              </a:ext>
            </a:extLst>
          </p:cNvPr>
          <p:cNvSpPr>
            <a:spLocks noGrp="1"/>
          </p:cNvSpPr>
          <p:nvPr>
            <p:ph type="title"/>
          </p:nvPr>
        </p:nvSpPr>
        <p:spPr/>
        <p:txBody>
          <a:bodyPr/>
          <a:lstStyle/>
          <a:p>
            <a:r>
              <a:rPr lang="en-US" dirty="0"/>
              <a:t>High contrast Only</a:t>
            </a:r>
          </a:p>
        </p:txBody>
      </p:sp>
      <p:sp>
        <p:nvSpPr>
          <p:cNvPr id="3" name="Content Placeholder 2">
            <a:extLst>
              <a:ext uri="{FF2B5EF4-FFF2-40B4-BE49-F238E27FC236}">
                <a16:creationId xmlns:a16="http://schemas.microsoft.com/office/drawing/2014/main" id="{FCAD8628-1505-6E8E-418E-E985EA812969}"/>
              </a:ext>
            </a:extLst>
          </p:cNvPr>
          <p:cNvSpPr>
            <a:spLocks noGrp="1"/>
          </p:cNvSpPr>
          <p:nvPr>
            <p:ph idx="1"/>
          </p:nvPr>
        </p:nvSpPr>
        <p:spPr/>
        <p:txBody>
          <a:bodyPr/>
          <a:lstStyle/>
          <a:p>
            <a:r>
              <a:rPr lang="en-US" dirty="0"/>
              <a:t>Microsoft tells you what background colors will let your text stand out.</a:t>
            </a:r>
          </a:p>
          <a:p>
            <a:r>
              <a:rPr lang="en-US" dirty="0"/>
              <a:t>Use high contrast only feature to easily find useful background colors.</a:t>
            </a:r>
          </a:p>
        </p:txBody>
      </p:sp>
    </p:spTree>
    <p:extLst>
      <p:ext uri="{BB962C8B-B14F-4D97-AF65-F5344CB8AC3E}">
        <p14:creationId xmlns:p14="http://schemas.microsoft.com/office/powerpoint/2010/main" val="19269357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5AD0C-C720-282C-BB30-1D064432478D}"/>
              </a:ext>
            </a:extLst>
          </p:cNvPr>
          <p:cNvSpPr>
            <a:spLocks noGrp="1"/>
          </p:cNvSpPr>
          <p:nvPr>
            <p:ph type="title"/>
          </p:nvPr>
        </p:nvSpPr>
        <p:spPr/>
        <p:txBody>
          <a:bodyPr/>
          <a:lstStyle/>
          <a:p>
            <a:r>
              <a:rPr lang="en-US" dirty="0"/>
              <a:t>Part 3</a:t>
            </a:r>
          </a:p>
        </p:txBody>
      </p:sp>
      <p:sp>
        <p:nvSpPr>
          <p:cNvPr id="3" name="Text Placeholder 2">
            <a:extLst>
              <a:ext uri="{FF2B5EF4-FFF2-40B4-BE49-F238E27FC236}">
                <a16:creationId xmlns:a16="http://schemas.microsoft.com/office/drawing/2014/main" id="{CC86CBC2-6DFE-7D1B-B57D-80D98B31207F}"/>
              </a:ext>
            </a:extLst>
          </p:cNvPr>
          <p:cNvSpPr>
            <a:spLocks noGrp="1"/>
          </p:cNvSpPr>
          <p:nvPr>
            <p:ph type="body" idx="1"/>
          </p:nvPr>
        </p:nvSpPr>
        <p:spPr/>
        <p:txBody>
          <a:bodyPr/>
          <a:lstStyle/>
          <a:p>
            <a:r>
              <a:rPr lang="en-US" dirty="0"/>
              <a:t>Images</a:t>
            </a:r>
          </a:p>
        </p:txBody>
      </p:sp>
    </p:spTree>
    <p:extLst>
      <p:ext uri="{BB962C8B-B14F-4D97-AF65-F5344CB8AC3E}">
        <p14:creationId xmlns:p14="http://schemas.microsoft.com/office/powerpoint/2010/main" val="29522522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2977BB-A0EB-8337-4730-EC60A4D37DB1}"/>
              </a:ext>
            </a:extLst>
          </p:cNvPr>
          <p:cNvSpPr>
            <a:spLocks noGrp="1"/>
          </p:cNvSpPr>
          <p:nvPr>
            <p:ph type="title"/>
          </p:nvPr>
        </p:nvSpPr>
        <p:spPr/>
        <p:txBody>
          <a:bodyPr>
            <a:normAutofit/>
          </a:bodyPr>
          <a:lstStyle/>
          <a:p>
            <a:r>
              <a:rPr lang="en-US" sz="3200" dirty="0"/>
              <a:t>Too many effects [7]</a:t>
            </a:r>
          </a:p>
        </p:txBody>
      </p:sp>
      <p:graphicFrame>
        <p:nvGraphicFramePr>
          <p:cNvPr id="3" name="Diagram 2">
            <a:extLst>
              <a:ext uri="{FF2B5EF4-FFF2-40B4-BE49-F238E27FC236}">
                <a16:creationId xmlns:a16="http://schemas.microsoft.com/office/drawing/2014/main" id="{B490B7F3-1924-7841-520F-CD33EF9D1509}"/>
              </a:ext>
            </a:extLst>
          </p:cNvPr>
          <p:cNvGraphicFramePr/>
          <p:nvPr/>
        </p:nvGraphicFramePr>
        <p:xfrm>
          <a:off x="1444671" y="3205491"/>
          <a:ext cx="3275013" cy="224818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074" name="Picture 2">
            <a:extLst>
              <a:ext uri="{FF2B5EF4-FFF2-40B4-BE49-F238E27FC236}">
                <a16:creationId xmlns:a16="http://schemas.microsoft.com/office/drawing/2014/main" id="{1E3437CB-A12F-4D43-F9CE-B4D65C65243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619880" y="775422"/>
            <a:ext cx="4860137" cy="48601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86968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0D23A4-95E4-61C0-18EE-987B8A6525CB}"/>
              </a:ext>
            </a:extLst>
          </p:cNvPr>
          <p:cNvSpPr>
            <a:spLocks noGrp="1"/>
          </p:cNvSpPr>
          <p:nvPr>
            <p:ph type="title"/>
          </p:nvPr>
        </p:nvSpPr>
        <p:spPr/>
        <p:txBody>
          <a:bodyPr/>
          <a:lstStyle/>
          <a:p>
            <a:r>
              <a:rPr lang="en-US" dirty="0"/>
              <a:t>Good</a:t>
            </a:r>
          </a:p>
        </p:txBody>
      </p:sp>
      <p:sp>
        <p:nvSpPr>
          <p:cNvPr id="4" name="Content Placeholder 3">
            <a:extLst>
              <a:ext uri="{FF2B5EF4-FFF2-40B4-BE49-F238E27FC236}">
                <a16:creationId xmlns:a16="http://schemas.microsoft.com/office/drawing/2014/main" id="{1DEDCC00-D681-EA5D-1BE3-04A87B21BEFA}"/>
              </a:ext>
            </a:extLst>
          </p:cNvPr>
          <p:cNvSpPr>
            <a:spLocks noGrp="1"/>
          </p:cNvSpPr>
          <p:nvPr>
            <p:ph idx="1"/>
          </p:nvPr>
        </p:nvSpPr>
        <p:spPr/>
        <p:txBody>
          <a:bodyPr>
            <a:normAutofit/>
          </a:bodyPr>
          <a:lstStyle/>
          <a:p>
            <a:pPr algn="just">
              <a:buFont typeface="Arial" panose="020B0604020202020204" pitchFamily="34" charset="0"/>
              <a:buChar char="•"/>
            </a:pPr>
            <a:r>
              <a:rPr lang="en-US" b="0" i="0" dirty="0">
                <a:solidFill>
                  <a:srgbClr val="000000"/>
                </a:solidFill>
                <a:effectLst/>
                <a:latin typeface="Open Sans" panose="020B0606030504020204" pitchFamily="34" charset="0"/>
              </a:rPr>
              <a:t>Lorem ipsum dolor sit </a:t>
            </a:r>
            <a:r>
              <a:rPr lang="en-US" b="0" i="0" dirty="0" err="1">
                <a:solidFill>
                  <a:srgbClr val="000000"/>
                </a:solidFill>
                <a:effectLst/>
                <a:latin typeface="Open Sans" panose="020B0606030504020204" pitchFamily="34" charset="0"/>
              </a:rPr>
              <a:t>amet</a:t>
            </a:r>
            <a:r>
              <a:rPr lang="en-US" b="0" i="0" dirty="0">
                <a:solidFill>
                  <a:srgbClr val="000000"/>
                </a:solidFill>
                <a:effectLst/>
                <a:latin typeface="Open Sans" panose="020B0606030504020204" pitchFamily="34" charset="0"/>
              </a:rPr>
              <a:t>, </a:t>
            </a:r>
            <a:r>
              <a:rPr lang="en-US" b="0" i="0" dirty="0" err="1">
                <a:solidFill>
                  <a:srgbClr val="000000"/>
                </a:solidFill>
                <a:effectLst/>
                <a:latin typeface="Open Sans" panose="020B0606030504020204" pitchFamily="34" charset="0"/>
              </a:rPr>
              <a:t>consectetur</a:t>
            </a:r>
            <a:r>
              <a:rPr lang="en-US" b="0" i="0" dirty="0">
                <a:solidFill>
                  <a:srgbClr val="000000"/>
                </a:solidFill>
                <a:effectLst/>
                <a:latin typeface="Open Sans" panose="020B0606030504020204" pitchFamily="34" charset="0"/>
              </a:rPr>
              <a:t> </a:t>
            </a:r>
            <a:r>
              <a:rPr lang="en-US" b="0" i="0" dirty="0" err="1">
                <a:solidFill>
                  <a:srgbClr val="000000"/>
                </a:solidFill>
                <a:effectLst/>
                <a:latin typeface="Open Sans" panose="020B0606030504020204" pitchFamily="34" charset="0"/>
              </a:rPr>
              <a:t>adipiscing</a:t>
            </a:r>
            <a:r>
              <a:rPr lang="en-US" b="0" i="0" dirty="0">
                <a:solidFill>
                  <a:srgbClr val="000000"/>
                </a:solidFill>
                <a:effectLst/>
                <a:latin typeface="Open Sans" panose="020B0606030504020204" pitchFamily="34" charset="0"/>
              </a:rPr>
              <a:t> </a:t>
            </a:r>
            <a:r>
              <a:rPr lang="en-US" b="0" i="0" dirty="0" err="1">
                <a:solidFill>
                  <a:srgbClr val="000000"/>
                </a:solidFill>
                <a:effectLst/>
                <a:latin typeface="Open Sans" panose="020B0606030504020204" pitchFamily="34" charset="0"/>
              </a:rPr>
              <a:t>elit</a:t>
            </a:r>
            <a:r>
              <a:rPr lang="en-US" b="0" i="0" dirty="0">
                <a:solidFill>
                  <a:srgbClr val="000000"/>
                </a:solidFill>
                <a:effectLst/>
                <a:latin typeface="Open Sans" panose="020B0606030504020204" pitchFamily="34" charset="0"/>
              </a:rPr>
              <a:t>.</a:t>
            </a:r>
          </a:p>
          <a:p>
            <a:pPr algn="just">
              <a:buFont typeface="Arial" panose="020B0604020202020204" pitchFamily="34" charset="0"/>
              <a:buChar char="•"/>
            </a:pPr>
            <a:r>
              <a:rPr lang="en-US" b="0" i="0" dirty="0" err="1">
                <a:solidFill>
                  <a:srgbClr val="000000"/>
                </a:solidFill>
                <a:effectLst/>
                <a:latin typeface="Open Sans" panose="020B0606030504020204" pitchFamily="34" charset="0"/>
              </a:rPr>
              <a:t>Mauris</a:t>
            </a:r>
            <a:r>
              <a:rPr lang="en-US" b="0" i="0" dirty="0">
                <a:solidFill>
                  <a:srgbClr val="000000"/>
                </a:solidFill>
                <a:effectLst/>
                <a:latin typeface="Open Sans" panose="020B0606030504020204" pitchFamily="34" charset="0"/>
              </a:rPr>
              <a:t> a </a:t>
            </a:r>
            <a:r>
              <a:rPr lang="en-US" b="0" i="0" dirty="0" err="1">
                <a:solidFill>
                  <a:srgbClr val="000000"/>
                </a:solidFill>
                <a:effectLst/>
                <a:latin typeface="Open Sans" panose="020B0606030504020204" pitchFamily="34" charset="0"/>
              </a:rPr>
              <a:t>enim</a:t>
            </a:r>
            <a:r>
              <a:rPr lang="en-US" b="0" i="0" dirty="0">
                <a:solidFill>
                  <a:srgbClr val="000000"/>
                </a:solidFill>
                <a:effectLst/>
                <a:latin typeface="Open Sans" panose="020B0606030504020204" pitchFamily="34" charset="0"/>
              </a:rPr>
              <a:t> sed </a:t>
            </a:r>
            <a:r>
              <a:rPr lang="en-US" b="0" i="0" dirty="0" err="1">
                <a:solidFill>
                  <a:srgbClr val="000000"/>
                </a:solidFill>
                <a:effectLst/>
                <a:latin typeface="Open Sans" panose="020B0606030504020204" pitchFamily="34" charset="0"/>
              </a:rPr>
              <a:t>felis</a:t>
            </a:r>
            <a:r>
              <a:rPr lang="en-US" b="0" i="0" dirty="0">
                <a:solidFill>
                  <a:srgbClr val="000000"/>
                </a:solidFill>
                <a:effectLst/>
                <a:latin typeface="Open Sans" panose="020B0606030504020204" pitchFamily="34" charset="0"/>
              </a:rPr>
              <a:t> </a:t>
            </a:r>
            <a:r>
              <a:rPr lang="en-US" b="0" i="0" dirty="0" err="1">
                <a:solidFill>
                  <a:srgbClr val="000000"/>
                </a:solidFill>
                <a:effectLst/>
                <a:latin typeface="Open Sans" panose="020B0606030504020204" pitchFamily="34" charset="0"/>
              </a:rPr>
              <a:t>consectetur</a:t>
            </a:r>
            <a:r>
              <a:rPr lang="en-US" b="0" i="0" dirty="0">
                <a:solidFill>
                  <a:srgbClr val="000000"/>
                </a:solidFill>
                <a:effectLst/>
                <a:latin typeface="Open Sans" panose="020B0606030504020204" pitchFamily="34" charset="0"/>
              </a:rPr>
              <a:t> fermentum.</a:t>
            </a:r>
          </a:p>
          <a:p>
            <a:pPr algn="just">
              <a:buFont typeface="Arial" panose="020B0604020202020204" pitchFamily="34" charset="0"/>
              <a:buChar char="•"/>
            </a:pPr>
            <a:r>
              <a:rPr lang="en-US" b="0" i="0" dirty="0">
                <a:solidFill>
                  <a:srgbClr val="000000"/>
                </a:solidFill>
                <a:effectLst/>
                <a:latin typeface="Open Sans" panose="020B0606030504020204" pitchFamily="34" charset="0"/>
              </a:rPr>
              <a:t>Duis </a:t>
            </a:r>
            <a:r>
              <a:rPr lang="en-US" b="0" i="0" dirty="0" err="1">
                <a:solidFill>
                  <a:srgbClr val="000000"/>
                </a:solidFill>
                <a:effectLst/>
                <a:latin typeface="Open Sans" panose="020B0606030504020204" pitchFamily="34" charset="0"/>
              </a:rPr>
              <a:t>sollicitudin</a:t>
            </a:r>
            <a:r>
              <a:rPr lang="en-US" b="0" i="0" dirty="0">
                <a:solidFill>
                  <a:srgbClr val="000000"/>
                </a:solidFill>
                <a:effectLst/>
                <a:latin typeface="Open Sans" panose="020B0606030504020204" pitchFamily="34" charset="0"/>
              </a:rPr>
              <a:t> </a:t>
            </a:r>
            <a:r>
              <a:rPr lang="en-US" b="0" i="0" dirty="0" err="1">
                <a:solidFill>
                  <a:srgbClr val="000000"/>
                </a:solidFill>
                <a:effectLst/>
                <a:latin typeface="Open Sans" panose="020B0606030504020204" pitchFamily="34" charset="0"/>
              </a:rPr>
              <a:t>tellus</a:t>
            </a:r>
            <a:r>
              <a:rPr lang="en-US" b="0" i="0" dirty="0">
                <a:solidFill>
                  <a:srgbClr val="000000"/>
                </a:solidFill>
                <a:effectLst/>
                <a:latin typeface="Open Sans" panose="020B0606030504020204" pitchFamily="34" charset="0"/>
              </a:rPr>
              <a:t> semper </a:t>
            </a:r>
            <a:r>
              <a:rPr lang="en-US" b="0" i="0" dirty="0" err="1">
                <a:solidFill>
                  <a:srgbClr val="000000"/>
                </a:solidFill>
                <a:effectLst/>
                <a:latin typeface="Open Sans" panose="020B0606030504020204" pitchFamily="34" charset="0"/>
              </a:rPr>
              <a:t>felis</a:t>
            </a:r>
            <a:r>
              <a:rPr lang="en-US" b="0" i="0" dirty="0">
                <a:solidFill>
                  <a:srgbClr val="000000"/>
                </a:solidFill>
                <a:effectLst/>
                <a:latin typeface="Open Sans" panose="020B0606030504020204" pitchFamily="34" charset="0"/>
              </a:rPr>
              <a:t> convallis fermentum.</a:t>
            </a:r>
          </a:p>
          <a:p>
            <a:pPr algn="just">
              <a:buFont typeface="Arial" panose="020B0604020202020204" pitchFamily="34" charset="0"/>
              <a:buChar char="•"/>
            </a:pPr>
            <a:r>
              <a:rPr lang="en-US" b="0" i="0" dirty="0" err="1">
                <a:solidFill>
                  <a:srgbClr val="000000"/>
                </a:solidFill>
                <a:effectLst/>
                <a:latin typeface="Open Sans" panose="020B0606030504020204" pitchFamily="34" charset="0"/>
              </a:rPr>
              <a:t>Etiam</a:t>
            </a:r>
            <a:r>
              <a:rPr lang="en-US" b="0" i="0" dirty="0">
                <a:solidFill>
                  <a:srgbClr val="000000"/>
                </a:solidFill>
                <a:effectLst/>
                <a:latin typeface="Open Sans" panose="020B0606030504020204" pitchFamily="34" charset="0"/>
              </a:rPr>
              <a:t> </a:t>
            </a:r>
            <a:r>
              <a:rPr lang="en-US" b="0" i="0" dirty="0" err="1">
                <a:solidFill>
                  <a:srgbClr val="000000"/>
                </a:solidFill>
                <a:effectLst/>
                <a:latin typeface="Open Sans" panose="020B0606030504020204" pitchFamily="34" charset="0"/>
              </a:rPr>
              <a:t>placerat</a:t>
            </a:r>
            <a:r>
              <a:rPr lang="en-US" b="0" i="0" dirty="0">
                <a:solidFill>
                  <a:srgbClr val="000000"/>
                </a:solidFill>
                <a:effectLst/>
                <a:latin typeface="Open Sans" panose="020B0606030504020204" pitchFamily="34" charset="0"/>
              </a:rPr>
              <a:t> </a:t>
            </a:r>
            <a:r>
              <a:rPr lang="en-US" b="0" i="0" dirty="0" err="1">
                <a:solidFill>
                  <a:srgbClr val="000000"/>
                </a:solidFill>
                <a:effectLst/>
                <a:latin typeface="Open Sans" panose="020B0606030504020204" pitchFamily="34" charset="0"/>
              </a:rPr>
              <a:t>turpis</a:t>
            </a:r>
            <a:r>
              <a:rPr lang="en-US" b="0" i="0" dirty="0">
                <a:solidFill>
                  <a:srgbClr val="000000"/>
                </a:solidFill>
                <a:effectLst/>
                <a:latin typeface="Open Sans" panose="020B0606030504020204" pitchFamily="34" charset="0"/>
              </a:rPr>
              <a:t> a dolor </a:t>
            </a:r>
            <a:r>
              <a:rPr lang="en-US" b="0" i="0" dirty="0" err="1">
                <a:solidFill>
                  <a:srgbClr val="000000"/>
                </a:solidFill>
                <a:effectLst/>
                <a:latin typeface="Open Sans" panose="020B0606030504020204" pitchFamily="34" charset="0"/>
              </a:rPr>
              <a:t>dignissim</a:t>
            </a:r>
            <a:r>
              <a:rPr lang="en-US" b="0" i="0" dirty="0">
                <a:solidFill>
                  <a:srgbClr val="000000"/>
                </a:solidFill>
                <a:effectLst/>
                <a:latin typeface="Open Sans" panose="020B0606030504020204" pitchFamily="34" charset="0"/>
              </a:rPr>
              <a:t>, non vestibulum </a:t>
            </a:r>
            <a:r>
              <a:rPr lang="en-US" b="0" i="0" dirty="0" err="1">
                <a:solidFill>
                  <a:srgbClr val="000000"/>
                </a:solidFill>
                <a:effectLst/>
                <a:latin typeface="Open Sans" panose="020B0606030504020204" pitchFamily="34" charset="0"/>
              </a:rPr>
              <a:t>quam</a:t>
            </a:r>
            <a:r>
              <a:rPr lang="en-US" b="0" i="0" dirty="0">
                <a:solidFill>
                  <a:srgbClr val="000000"/>
                </a:solidFill>
                <a:effectLst/>
                <a:latin typeface="Open Sans" panose="020B0606030504020204" pitchFamily="34" charset="0"/>
              </a:rPr>
              <a:t> auctor.</a:t>
            </a:r>
          </a:p>
          <a:p>
            <a:endParaRPr lang="en-US" dirty="0"/>
          </a:p>
        </p:txBody>
      </p:sp>
    </p:spTree>
    <p:extLst>
      <p:ext uri="{BB962C8B-B14F-4D97-AF65-F5344CB8AC3E}">
        <p14:creationId xmlns:p14="http://schemas.microsoft.com/office/powerpoint/2010/main" val="414933793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0D23A4-95E4-61C0-18EE-987B8A6525CB}"/>
              </a:ext>
            </a:extLst>
          </p:cNvPr>
          <p:cNvSpPr>
            <a:spLocks noGrp="1"/>
          </p:cNvSpPr>
          <p:nvPr>
            <p:ph type="title"/>
          </p:nvPr>
        </p:nvSpPr>
        <p:spPr/>
        <p:txBody>
          <a:bodyPr/>
          <a:lstStyle/>
          <a:p>
            <a:r>
              <a:rPr lang="en-US" dirty="0"/>
              <a:t>Good Also</a:t>
            </a:r>
          </a:p>
        </p:txBody>
      </p:sp>
      <p:sp>
        <p:nvSpPr>
          <p:cNvPr id="4" name="Content Placeholder 3">
            <a:extLst>
              <a:ext uri="{FF2B5EF4-FFF2-40B4-BE49-F238E27FC236}">
                <a16:creationId xmlns:a16="http://schemas.microsoft.com/office/drawing/2014/main" id="{B0E8C05F-048A-33EF-7009-844032ADF315}"/>
              </a:ext>
            </a:extLst>
          </p:cNvPr>
          <p:cNvSpPr>
            <a:spLocks noGrp="1"/>
          </p:cNvSpPr>
          <p:nvPr>
            <p:ph idx="1"/>
          </p:nvPr>
        </p:nvSpPr>
        <p:spPr/>
        <p:txBody>
          <a:bodyPr/>
          <a:lstStyle/>
          <a:p>
            <a:pPr algn="just">
              <a:buFont typeface="Arial" panose="020B0604020202020204" pitchFamily="34" charset="0"/>
              <a:buChar char="•"/>
            </a:pPr>
            <a:r>
              <a:rPr lang="en-US" b="0" i="0" dirty="0" err="1">
                <a:solidFill>
                  <a:srgbClr val="000000"/>
                </a:solidFill>
                <a:effectLst/>
                <a:latin typeface="Open Sans" panose="020B0606030504020204" pitchFamily="34" charset="0"/>
              </a:rPr>
              <a:t>Praesent</a:t>
            </a:r>
            <a:r>
              <a:rPr lang="en-US" b="0" i="0" dirty="0">
                <a:solidFill>
                  <a:srgbClr val="000000"/>
                </a:solidFill>
                <a:effectLst/>
                <a:latin typeface="Open Sans" panose="020B0606030504020204" pitchFamily="34" charset="0"/>
              </a:rPr>
              <a:t> in dui </a:t>
            </a:r>
            <a:r>
              <a:rPr lang="en-US" b="0" i="0" dirty="0" err="1">
                <a:solidFill>
                  <a:srgbClr val="000000"/>
                </a:solidFill>
                <a:effectLst/>
                <a:latin typeface="Open Sans" panose="020B0606030504020204" pitchFamily="34" charset="0"/>
              </a:rPr>
              <a:t>eu</a:t>
            </a:r>
            <a:r>
              <a:rPr lang="en-US" b="0" i="0" dirty="0">
                <a:solidFill>
                  <a:srgbClr val="000000"/>
                </a:solidFill>
                <a:effectLst/>
                <a:latin typeface="Open Sans" panose="020B0606030504020204" pitchFamily="34" charset="0"/>
              </a:rPr>
              <a:t> eros </a:t>
            </a:r>
            <a:r>
              <a:rPr lang="en-US" b="0" i="0" dirty="0" err="1">
                <a:solidFill>
                  <a:srgbClr val="000000"/>
                </a:solidFill>
                <a:effectLst/>
                <a:latin typeface="Open Sans" panose="020B0606030504020204" pitchFamily="34" charset="0"/>
              </a:rPr>
              <a:t>mollis</a:t>
            </a:r>
            <a:r>
              <a:rPr lang="en-US" b="0" i="0" dirty="0">
                <a:solidFill>
                  <a:srgbClr val="000000"/>
                </a:solidFill>
                <a:effectLst/>
                <a:latin typeface="Open Sans" panose="020B0606030504020204" pitchFamily="34" charset="0"/>
              </a:rPr>
              <a:t> </a:t>
            </a:r>
            <a:r>
              <a:rPr lang="en-US" b="0" i="0" dirty="0" err="1">
                <a:solidFill>
                  <a:srgbClr val="000000"/>
                </a:solidFill>
                <a:effectLst/>
                <a:latin typeface="Open Sans" panose="020B0606030504020204" pitchFamily="34" charset="0"/>
              </a:rPr>
              <a:t>tincidunt</a:t>
            </a:r>
            <a:r>
              <a:rPr lang="en-US" b="0" i="0" dirty="0">
                <a:solidFill>
                  <a:srgbClr val="000000"/>
                </a:solidFill>
                <a:effectLst/>
                <a:latin typeface="Open Sans" panose="020B0606030504020204" pitchFamily="34" charset="0"/>
              </a:rPr>
              <a:t>.</a:t>
            </a:r>
          </a:p>
          <a:p>
            <a:pPr algn="just">
              <a:buFont typeface="Arial" panose="020B0604020202020204" pitchFamily="34" charset="0"/>
              <a:buChar char="•"/>
            </a:pPr>
            <a:r>
              <a:rPr lang="en-US" b="0" i="0" dirty="0">
                <a:solidFill>
                  <a:srgbClr val="000000"/>
                </a:solidFill>
                <a:effectLst/>
                <a:latin typeface="Open Sans" panose="020B0606030504020204" pitchFamily="34" charset="0"/>
              </a:rPr>
              <a:t>Sed </a:t>
            </a:r>
            <a:r>
              <a:rPr lang="en-US" b="0" i="0" dirty="0" err="1">
                <a:solidFill>
                  <a:srgbClr val="000000"/>
                </a:solidFill>
                <a:effectLst/>
                <a:latin typeface="Open Sans" panose="020B0606030504020204" pitchFamily="34" charset="0"/>
              </a:rPr>
              <a:t>vulputate</a:t>
            </a:r>
            <a:r>
              <a:rPr lang="en-US" b="0" i="0" dirty="0">
                <a:solidFill>
                  <a:srgbClr val="000000"/>
                </a:solidFill>
                <a:effectLst/>
                <a:latin typeface="Open Sans" panose="020B0606030504020204" pitchFamily="34" charset="0"/>
              </a:rPr>
              <a:t> </a:t>
            </a:r>
            <a:r>
              <a:rPr lang="en-US" b="0" i="0" dirty="0" err="1">
                <a:solidFill>
                  <a:srgbClr val="000000"/>
                </a:solidFill>
                <a:effectLst/>
                <a:latin typeface="Open Sans" panose="020B0606030504020204" pitchFamily="34" charset="0"/>
              </a:rPr>
              <a:t>est</a:t>
            </a:r>
            <a:r>
              <a:rPr lang="en-US" b="0" i="0" dirty="0">
                <a:solidFill>
                  <a:srgbClr val="000000"/>
                </a:solidFill>
                <a:effectLst/>
                <a:latin typeface="Open Sans" panose="020B0606030504020204" pitchFamily="34" charset="0"/>
              </a:rPr>
              <a:t> id </a:t>
            </a:r>
            <a:r>
              <a:rPr lang="en-US" b="0" i="0" dirty="0" err="1">
                <a:solidFill>
                  <a:srgbClr val="000000"/>
                </a:solidFill>
                <a:effectLst/>
                <a:latin typeface="Open Sans" panose="020B0606030504020204" pitchFamily="34" charset="0"/>
              </a:rPr>
              <a:t>tortor</a:t>
            </a:r>
            <a:r>
              <a:rPr lang="en-US" b="0" i="0" dirty="0">
                <a:solidFill>
                  <a:srgbClr val="000000"/>
                </a:solidFill>
                <a:effectLst/>
                <a:latin typeface="Open Sans" panose="020B0606030504020204" pitchFamily="34" charset="0"/>
              </a:rPr>
              <a:t> </a:t>
            </a:r>
            <a:r>
              <a:rPr lang="en-US" b="0" i="0" dirty="0" err="1">
                <a:solidFill>
                  <a:srgbClr val="000000"/>
                </a:solidFill>
                <a:effectLst/>
                <a:latin typeface="Open Sans" panose="020B0606030504020204" pitchFamily="34" charset="0"/>
              </a:rPr>
              <a:t>interdum</a:t>
            </a:r>
            <a:r>
              <a:rPr lang="en-US" b="0" i="0" dirty="0">
                <a:solidFill>
                  <a:srgbClr val="000000"/>
                </a:solidFill>
                <a:effectLst/>
                <a:latin typeface="Open Sans" panose="020B0606030504020204" pitchFamily="34" charset="0"/>
              </a:rPr>
              <a:t>, </a:t>
            </a:r>
            <a:r>
              <a:rPr lang="en-US" b="0" i="0" dirty="0" err="1">
                <a:solidFill>
                  <a:srgbClr val="000000"/>
                </a:solidFill>
                <a:effectLst/>
                <a:latin typeface="Open Sans" panose="020B0606030504020204" pitchFamily="34" charset="0"/>
              </a:rPr>
              <a:t>eget</a:t>
            </a:r>
            <a:r>
              <a:rPr lang="en-US" b="0" i="0" dirty="0">
                <a:solidFill>
                  <a:srgbClr val="000000"/>
                </a:solidFill>
                <a:effectLst/>
                <a:latin typeface="Open Sans" panose="020B0606030504020204" pitchFamily="34" charset="0"/>
              </a:rPr>
              <a:t> </a:t>
            </a:r>
            <a:r>
              <a:rPr lang="en-US" b="0" i="0" dirty="0" err="1">
                <a:solidFill>
                  <a:srgbClr val="000000"/>
                </a:solidFill>
                <a:effectLst/>
                <a:latin typeface="Open Sans" panose="020B0606030504020204" pitchFamily="34" charset="0"/>
              </a:rPr>
              <a:t>eleifend</a:t>
            </a:r>
            <a:r>
              <a:rPr lang="en-US" b="0" i="0" dirty="0">
                <a:solidFill>
                  <a:srgbClr val="000000"/>
                </a:solidFill>
                <a:effectLst/>
                <a:latin typeface="Open Sans" panose="020B0606030504020204" pitchFamily="34" charset="0"/>
              </a:rPr>
              <a:t> </a:t>
            </a:r>
            <a:r>
              <a:rPr lang="en-US" b="0" i="0" dirty="0" err="1">
                <a:solidFill>
                  <a:srgbClr val="000000"/>
                </a:solidFill>
                <a:effectLst/>
                <a:latin typeface="Open Sans" panose="020B0606030504020204" pitchFamily="34" charset="0"/>
              </a:rPr>
              <a:t>est</a:t>
            </a:r>
            <a:r>
              <a:rPr lang="en-US" b="0" i="0" dirty="0">
                <a:solidFill>
                  <a:srgbClr val="000000"/>
                </a:solidFill>
                <a:effectLst/>
                <a:latin typeface="Open Sans" panose="020B0606030504020204" pitchFamily="34" charset="0"/>
              </a:rPr>
              <a:t> </a:t>
            </a:r>
            <a:r>
              <a:rPr lang="en-US" b="0" i="0" dirty="0" err="1">
                <a:solidFill>
                  <a:srgbClr val="000000"/>
                </a:solidFill>
                <a:effectLst/>
                <a:latin typeface="Open Sans" panose="020B0606030504020204" pitchFamily="34" charset="0"/>
              </a:rPr>
              <a:t>molestie</a:t>
            </a:r>
            <a:r>
              <a:rPr lang="en-US" b="0" i="0" dirty="0">
                <a:solidFill>
                  <a:srgbClr val="000000"/>
                </a:solidFill>
                <a:effectLst/>
                <a:latin typeface="Open Sans" panose="020B0606030504020204" pitchFamily="34" charset="0"/>
              </a:rPr>
              <a:t>.</a:t>
            </a:r>
          </a:p>
          <a:p>
            <a:pPr algn="just">
              <a:buFont typeface="Arial" panose="020B0604020202020204" pitchFamily="34" charset="0"/>
              <a:buChar char="•"/>
            </a:pPr>
            <a:r>
              <a:rPr lang="en-US" b="0" i="0" dirty="0" err="1">
                <a:solidFill>
                  <a:srgbClr val="000000"/>
                </a:solidFill>
                <a:effectLst/>
                <a:latin typeface="Open Sans" panose="020B0606030504020204" pitchFamily="34" charset="0"/>
              </a:rPr>
              <a:t>Aliquam</a:t>
            </a:r>
            <a:r>
              <a:rPr lang="en-US" b="0" i="0" dirty="0">
                <a:solidFill>
                  <a:srgbClr val="000000"/>
                </a:solidFill>
                <a:effectLst/>
                <a:latin typeface="Open Sans" panose="020B0606030504020204" pitchFamily="34" charset="0"/>
              </a:rPr>
              <a:t> id </a:t>
            </a:r>
            <a:r>
              <a:rPr lang="en-US" b="0" i="0" dirty="0" err="1">
                <a:solidFill>
                  <a:srgbClr val="000000"/>
                </a:solidFill>
                <a:effectLst/>
                <a:latin typeface="Open Sans" panose="020B0606030504020204" pitchFamily="34" charset="0"/>
              </a:rPr>
              <a:t>justo</a:t>
            </a:r>
            <a:r>
              <a:rPr lang="en-US" b="0" i="0" dirty="0">
                <a:solidFill>
                  <a:srgbClr val="000000"/>
                </a:solidFill>
                <a:effectLst/>
                <a:latin typeface="Open Sans" panose="020B0606030504020204" pitchFamily="34" charset="0"/>
              </a:rPr>
              <a:t> non </a:t>
            </a:r>
            <a:r>
              <a:rPr lang="en-US" b="0" i="0" dirty="0" err="1">
                <a:solidFill>
                  <a:srgbClr val="000000"/>
                </a:solidFill>
                <a:effectLst/>
                <a:latin typeface="Open Sans" panose="020B0606030504020204" pitchFamily="34" charset="0"/>
              </a:rPr>
              <a:t>nibh</a:t>
            </a:r>
            <a:r>
              <a:rPr lang="en-US" b="0" i="0" dirty="0">
                <a:solidFill>
                  <a:srgbClr val="000000"/>
                </a:solidFill>
                <a:effectLst/>
                <a:latin typeface="Open Sans" panose="020B0606030504020204" pitchFamily="34" charset="0"/>
              </a:rPr>
              <a:t> </a:t>
            </a:r>
            <a:r>
              <a:rPr lang="en-US" b="0" i="0" dirty="0" err="1">
                <a:solidFill>
                  <a:srgbClr val="000000"/>
                </a:solidFill>
                <a:effectLst/>
                <a:latin typeface="Open Sans" panose="020B0606030504020204" pitchFamily="34" charset="0"/>
              </a:rPr>
              <a:t>volutpat</a:t>
            </a:r>
            <a:r>
              <a:rPr lang="en-US" b="0" i="0" dirty="0">
                <a:solidFill>
                  <a:srgbClr val="000000"/>
                </a:solidFill>
                <a:effectLst/>
                <a:latin typeface="Open Sans" panose="020B0606030504020204" pitchFamily="34" charset="0"/>
              </a:rPr>
              <a:t> </a:t>
            </a:r>
            <a:r>
              <a:rPr lang="en-US" b="0" i="0" dirty="0" err="1">
                <a:solidFill>
                  <a:srgbClr val="000000"/>
                </a:solidFill>
                <a:effectLst/>
                <a:latin typeface="Open Sans" panose="020B0606030504020204" pitchFamily="34" charset="0"/>
              </a:rPr>
              <a:t>pretium</a:t>
            </a:r>
            <a:r>
              <a:rPr lang="en-US" b="0" i="0" dirty="0">
                <a:solidFill>
                  <a:srgbClr val="000000"/>
                </a:solidFill>
                <a:effectLst/>
                <a:latin typeface="Open Sans" panose="020B0606030504020204" pitchFamily="34" charset="0"/>
              </a:rPr>
              <a:t>.</a:t>
            </a:r>
          </a:p>
          <a:p>
            <a:endParaRPr lang="en-US" dirty="0"/>
          </a:p>
        </p:txBody>
      </p:sp>
    </p:spTree>
    <p:extLst>
      <p:ext uri="{BB962C8B-B14F-4D97-AF65-F5344CB8AC3E}">
        <p14:creationId xmlns:p14="http://schemas.microsoft.com/office/powerpoint/2010/main" val="5358348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0D23A4-95E4-61C0-18EE-987B8A6525CB}"/>
              </a:ext>
            </a:extLst>
          </p:cNvPr>
          <p:cNvSpPr>
            <a:spLocks noGrp="1"/>
          </p:cNvSpPr>
          <p:nvPr>
            <p:ph type="title"/>
          </p:nvPr>
        </p:nvSpPr>
        <p:spPr/>
        <p:txBody>
          <a:bodyPr/>
          <a:lstStyle/>
          <a:p>
            <a:r>
              <a:rPr lang="en-US" dirty="0"/>
              <a:t>Bad</a:t>
            </a:r>
          </a:p>
        </p:txBody>
      </p:sp>
      <p:sp>
        <p:nvSpPr>
          <p:cNvPr id="4" name="Content Placeholder 3">
            <a:extLst>
              <a:ext uri="{FF2B5EF4-FFF2-40B4-BE49-F238E27FC236}">
                <a16:creationId xmlns:a16="http://schemas.microsoft.com/office/drawing/2014/main" id="{4922B433-C7AE-99BC-5330-87D90E119FF3}"/>
              </a:ext>
            </a:extLst>
          </p:cNvPr>
          <p:cNvSpPr>
            <a:spLocks noGrp="1"/>
          </p:cNvSpPr>
          <p:nvPr>
            <p:ph idx="1"/>
          </p:nvPr>
        </p:nvSpPr>
        <p:spPr/>
        <p:txBody>
          <a:bodyPr>
            <a:normAutofit/>
          </a:bodyPr>
          <a:lstStyle/>
          <a:p>
            <a:pPr algn="just">
              <a:buFont typeface="Arial" panose="020B0604020202020204" pitchFamily="34" charset="0"/>
              <a:buChar char="•"/>
            </a:pPr>
            <a:r>
              <a:rPr lang="en-US" b="0" i="0" dirty="0" err="1">
                <a:solidFill>
                  <a:srgbClr val="000000"/>
                </a:solidFill>
                <a:effectLst/>
                <a:latin typeface="Open Sans" panose="020B0606030504020204" pitchFamily="34" charset="0"/>
              </a:rPr>
              <a:t>Nulla</a:t>
            </a:r>
            <a:r>
              <a:rPr lang="en-US" b="0" i="0" dirty="0">
                <a:solidFill>
                  <a:srgbClr val="000000"/>
                </a:solidFill>
                <a:effectLst/>
                <a:latin typeface="Open Sans" panose="020B0606030504020204" pitchFamily="34" charset="0"/>
              </a:rPr>
              <a:t> </a:t>
            </a:r>
            <a:r>
              <a:rPr lang="en-US" b="0" i="0" dirty="0" err="1">
                <a:solidFill>
                  <a:srgbClr val="000000"/>
                </a:solidFill>
                <a:effectLst/>
                <a:latin typeface="Open Sans" panose="020B0606030504020204" pitchFamily="34" charset="0"/>
              </a:rPr>
              <a:t>tristique</a:t>
            </a:r>
            <a:r>
              <a:rPr lang="en-US" b="0" i="0" dirty="0">
                <a:solidFill>
                  <a:srgbClr val="000000"/>
                </a:solidFill>
                <a:effectLst/>
                <a:latin typeface="Open Sans" panose="020B0606030504020204" pitchFamily="34" charset="0"/>
              </a:rPr>
              <a:t> mi </a:t>
            </a:r>
            <a:r>
              <a:rPr lang="en-US" b="0" i="0" dirty="0" err="1">
                <a:solidFill>
                  <a:srgbClr val="000000"/>
                </a:solidFill>
                <a:effectLst/>
                <a:latin typeface="Open Sans" panose="020B0606030504020204" pitchFamily="34" charset="0"/>
              </a:rPr>
              <a:t>nec</a:t>
            </a:r>
            <a:r>
              <a:rPr lang="en-US" b="0" i="0" dirty="0">
                <a:solidFill>
                  <a:srgbClr val="000000"/>
                </a:solidFill>
                <a:effectLst/>
                <a:latin typeface="Open Sans" panose="020B0606030504020204" pitchFamily="34" charset="0"/>
              </a:rPr>
              <a:t> </a:t>
            </a:r>
            <a:r>
              <a:rPr lang="en-US" b="0" i="0" dirty="0" err="1">
                <a:solidFill>
                  <a:srgbClr val="000000"/>
                </a:solidFill>
                <a:effectLst/>
                <a:latin typeface="Open Sans" panose="020B0606030504020204" pitchFamily="34" charset="0"/>
              </a:rPr>
              <a:t>quam</a:t>
            </a:r>
            <a:r>
              <a:rPr lang="en-US" b="0" i="0" dirty="0">
                <a:solidFill>
                  <a:srgbClr val="000000"/>
                </a:solidFill>
                <a:effectLst/>
                <a:latin typeface="Open Sans" panose="020B0606030504020204" pitchFamily="34" charset="0"/>
              </a:rPr>
              <a:t> </a:t>
            </a:r>
            <a:r>
              <a:rPr lang="en-US" b="0" i="0" dirty="0" err="1">
                <a:solidFill>
                  <a:srgbClr val="000000"/>
                </a:solidFill>
                <a:effectLst/>
                <a:latin typeface="Open Sans" panose="020B0606030504020204" pitchFamily="34" charset="0"/>
              </a:rPr>
              <a:t>faucibus</a:t>
            </a:r>
            <a:r>
              <a:rPr lang="en-US" b="0" i="0" dirty="0">
                <a:solidFill>
                  <a:srgbClr val="000000"/>
                </a:solidFill>
                <a:effectLst/>
                <a:latin typeface="Open Sans" panose="020B0606030504020204" pitchFamily="34" charset="0"/>
              </a:rPr>
              <a:t>, ac </a:t>
            </a:r>
            <a:r>
              <a:rPr lang="en-US" b="0" i="0" dirty="0" err="1">
                <a:solidFill>
                  <a:srgbClr val="000000"/>
                </a:solidFill>
                <a:effectLst/>
                <a:latin typeface="Open Sans" panose="020B0606030504020204" pitchFamily="34" charset="0"/>
              </a:rPr>
              <a:t>dapibus</a:t>
            </a:r>
            <a:r>
              <a:rPr lang="en-US" b="0" i="0" dirty="0">
                <a:solidFill>
                  <a:srgbClr val="000000"/>
                </a:solidFill>
                <a:effectLst/>
                <a:latin typeface="Open Sans" panose="020B0606030504020204" pitchFamily="34" charset="0"/>
              </a:rPr>
              <a:t> </a:t>
            </a:r>
            <a:r>
              <a:rPr lang="en-US" b="0" i="0" dirty="0" err="1">
                <a:solidFill>
                  <a:srgbClr val="000000"/>
                </a:solidFill>
                <a:effectLst/>
                <a:latin typeface="Open Sans" panose="020B0606030504020204" pitchFamily="34" charset="0"/>
              </a:rPr>
              <a:t>purus</a:t>
            </a:r>
            <a:r>
              <a:rPr lang="en-US" b="0" i="0" dirty="0">
                <a:solidFill>
                  <a:srgbClr val="000000"/>
                </a:solidFill>
                <a:effectLst/>
                <a:latin typeface="Open Sans" panose="020B0606030504020204" pitchFamily="34" charset="0"/>
              </a:rPr>
              <a:t> </a:t>
            </a:r>
            <a:r>
              <a:rPr lang="en-US" b="0" i="0" dirty="0" err="1">
                <a:solidFill>
                  <a:srgbClr val="000000"/>
                </a:solidFill>
                <a:effectLst/>
                <a:latin typeface="Open Sans" panose="020B0606030504020204" pitchFamily="34" charset="0"/>
              </a:rPr>
              <a:t>ultricies</a:t>
            </a:r>
            <a:r>
              <a:rPr lang="en-US" b="0" i="0" dirty="0">
                <a:solidFill>
                  <a:srgbClr val="000000"/>
                </a:solidFill>
                <a:effectLst/>
                <a:latin typeface="Open Sans" panose="020B0606030504020204" pitchFamily="34" charset="0"/>
              </a:rPr>
              <a:t>.</a:t>
            </a:r>
          </a:p>
          <a:p>
            <a:pPr algn="just">
              <a:buFont typeface="Arial" panose="020B0604020202020204" pitchFamily="34" charset="0"/>
              <a:buChar char="•"/>
            </a:pPr>
            <a:r>
              <a:rPr lang="en-US" b="0" i="0" dirty="0">
                <a:solidFill>
                  <a:srgbClr val="000000"/>
                </a:solidFill>
                <a:effectLst/>
                <a:latin typeface="Open Sans" panose="020B0606030504020204" pitchFamily="34" charset="0"/>
              </a:rPr>
              <a:t>Maecenas cursus ipsum et </a:t>
            </a:r>
            <a:r>
              <a:rPr lang="en-US" b="0" i="0" dirty="0" err="1">
                <a:solidFill>
                  <a:srgbClr val="000000"/>
                </a:solidFill>
                <a:effectLst/>
                <a:latin typeface="Open Sans" panose="020B0606030504020204" pitchFamily="34" charset="0"/>
              </a:rPr>
              <a:t>leo</a:t>
            </a:r>
            <a:r>
              <a:rPr lang="en-US" b="0" i="0" dirty="0">
                <a:solidFill>
                  <a:srgbClr val="000000"/>
                </a:solidFill>
                <a:effectLst/>
                <a:latin typeface="Open Sans" panose="020B0606030504020204" pitchFamily="34" charset="0"/>
              </a:rPr>
              <a:t> </a:t>
            </a:r>
            <a:r>
              <a:rPr lang="en-US" b="0" i="0" dirty="0" err="1">
                <a:solidFill>
                  <a:srgbClr val="000000"/>
                </a:solidFill>
                <a:effectLst/>
                <a:latin typeface="Open Sans" panose="020B0606030504020204" pitchFamily="34" charset="0"/>
              </a:rPr>
              <a:t>egestas</a:t>
            </a:r>
            <a:r>
              <a:rPr lang="en-US" b="0" i="0" dirty="0">
                <a:solidFill>
                  <a:srgbClr val="000000"/>
                </a:solidFill>
                <a:effectLst/>
                <a:latin typeface="Open Sans" panose="020B0606030504020204" pitchFamily="34" charset="0"/>
              </a:rPr>
              <a:t>, sit </a:t>
            </a:r>
            <a:r>
              <a:rPr lang="en-US" b="0" i="0" dirty="0" err="1">
                <a:solidFill>
                  <a:srgbClr val="000000"/>
                </a:solidFill>
                <a:effectLst/>
                <a:latin typeface="Open Sans" panose="020B0606030504020204" pitchFamily="34" charset="0"/>
              </a:rPr>
              <a:t>amet</a:t>
            </a:r>
            <a:r>
              <a:rPr lang="en-US" b="0" i="0" dirty="0">
                <a:solidFill>
                  <a:srgbClr val="000000"/>
                </a:solidFill>
                <a:effectLst/>
                <a:latin typeface="Open Sans" panose="020B0606030504020204" pitchFamily="34" charset="0"/>
              </a:rPr>
              <a:t> </a:t>
            </a:r>
            <a:r>
              <a:rPr lang="en-US" b="0" i="0" dirty="0" err="1">
                <a:solidFill>
                  <a:srgbClr val="000000"/>
                </a:solidFill>
                <a:effectLst/>
                <a:latin typeface="Open Sans" panose="020B0606030504020204" pitchFamily="34" charset="0"/>
              </a:rPr>
              <a:t>iaculis</a:t>
            </a:r>
            <a:r>
              <a:rPr lang="en-US" b="0" i="0" dirty="0">
                <a:solidFill>
                  <a:srgbClr val="000000"/>
                </a:solidFill>
                <a:effectLst/>
                <a:latin typeface="Open Sans" panose="020B0606030504020204" pitchFamily="34" charset="0"/>
              </a:rPr>
              <a:t> </a:t>
            </a:r>
            <a:r>
              <a:rPr lang="en-US" b="0" i="0" dirty="0" err="1">
                <a:solidFill>
                  <a:srgbClr val="000000"/>
                </a:solidFill>
                <a:effectLst/>
                <a:latin typeface="Open Sans" panose="020B0606030504020204" pitchFamily="34" charset="0"/>
              </a:rPr>
              <a:t>augue</a:t>
            </a:r>
            <a:r>
              <a:rPr lang="en-US" b="0" i="0" dirty="0">
                <a:solidFill>
                  <a:srgbClr val="000000"/>
                </a:solidFill>
                <a:effectLst/>
                <a:latin typeface="Open Sans" panose="020B0606030504020204" pitchFamily="34" charset="0"/>
              </a:rPr>
              <a:t> </a:t>
            </a:r>
            <a:r>
              <a:rPr lang="en-US" b="0" i="0" dirty="0" err="1">
                <a:solidFill>
                  <a:srgbClr val="000000"/>
                </a:solidFill>
                <a:effectLst/>
                <a:latin typeface="Open Sans" panose="020B0606030504020204" pitchFamily="34" charset="0"/>
              </a:rPr>
              <a:t>suscipit</a:t>
            </a:r>
            <a:r>
              <a:rPr lang="en-US" b="0" i="0" dirty="0">
                <a:solidFill>
                  <a:srgbClr val="000000"/>
                </a:solidFill>
                <a:effectLst/>
                <a:latin typeface="Open Sans" panose="020B0606030504020204" pitchFamily="34" charset="0"/>
              </a:rPr>
              <a:t>.</a:t>
            </a:r>
          </a:p>
          <a:p>
            <a:pPr algn="just">
              <a:buFont typeface="Arial" panose="020B0604020202020204" pitchFamily="34" charset="0"/>
              <a:buChar char="•"/>
            </a:pPr>
            <a:r>
              <a:rPr lang="en-US" b="0" i="0" dirty="0" err="1">
                <a:solidFill>
                  <a:srgbClr val="000000"/>
                </a:solidFill>
                <a:effectLst/>
                <a:latin typeface="Open Sans" panose="020B0606030504020204" pitchFamily="34" charset="0"/>
              </a:rPr>
              <a:t>Vivamus</a:t>
            </a:r>
            <a:r>
              <a:rPr lang="en-US" b="0" i="0" dirty="0">
                <a:solidFill>
                  <a:srgbClr val="000000"/>
                </a:solidFill>
                <a:effectLst/>
                <a:latin typeface="Open Sans" panose="020B0606030504020204" pitchFamily="34" charset="0"/>
              </a:rPr>
              <a:t> </a:t>
            </a:r>
            <a:r>
              <a:rPr lang="en-US" b="0" i="0" dirty="0" err="1">
                <a:solidFill>
                  <a:srgbClr val="000000"/>
                </a:solidFill>
                <a:effectLst/>
                <a:latin typeface="Open Sans" panose="020B0606030504020204" pitchFamily="34" charset="0"/>
              </a:rPr>
              <a:t>facilisis</a:t>
            </a:r>
            <a:r>
              <a:rPr lang="en-US" b="0" i="0" dirty="0">
                <a:solidFill>
                  <a:srgbClr val="000000"/>
                </a:solidFill>
                <a:effectLst/>
                <a:latin typeface="Open Sans" panose="020B0606030504020204" pitchFamily="34" charset="0"/>
              </a:rPr>
              <a:t> </a:t>
            </a:r>
            <a:r>
              <a:rPr lang="en-US" b="0" i="0" dirty="0" err="1">
                <a:solidFill>
                  <a:srgbClr val="000000"/>
                </a:solidFill>
                <a:effectLst/>
                <a:latin typeface="Open Sans" panose="020B0606030504020204" pitchFamily="34" charset="0"/>
              </a:rPr>
              <a:t>nibh</a:t>
            </a:r>
            <a:r>
              <a:rPr lang="en-US" b="0" i="0" dirty="0">
                <a:solidFill>
                  <a:srgbClr val="000000"/>
                </a:solidFill>
                <a:effectLst/>
                <a:latin typeface="Open Sans" panose="020B0606030504020204" pitchFamily="34" charset="0"/>
              </a:rPr>
              <a:t> in </a:t>
            </a:r>
            <a:r>
              <a:rPr lang="en-US" b="0" i="0" dirty="0" err="1">
                <a:solidFill>
                  <a:srgbClr val="000000"/>
                </a:solidFill>
                <a:effectLst/>
                <a:latin typeface="Open Sans" panose="020B0606030504020204" pitchFamily="34" charset="0"/>
              </a:rPr>
              <a:t>euismod</a:t>
            </a:r>
            <a:r>
              <a:rPr lang="en-US" b="0" i="0" dirty="0">
                <a:solidFill>
                  <a:srgbClr val="000000"/>
                </a:solidFill>
                <a:effectLst/>
                <a:latin typeface="Open Sans" panose="020B0606030504020204" pitchFamily="34" charset="0"/>
              </a:rPr>
              <a:t> </a:t>
            </a:r>
            <a:r>
              <a:rPr lang="en-US" b="0" i="0" dirty="0" err="1">
                <a:solidFill>
                  <a:srgbClr val="000000"/>
                </a:solidFill>
                <a:effectLst/>
                <a:latin typeface="Open Sans" panose="020B0606030504020204" pitchFamily="34" charset="0"/>
              </a:rPr>
              <a:t>elementum</a:t>
            </a:r>
            <a:r>
              <a:rPr lang="en-US" b="0" i="0" dirty="0">
                <a:solidFill>
                  <a:srgbClr val="000000"/>
                </a:solidFill>
                <a:effectLst/>
                <a:latin typeface="Open Sans" panose="020B0606030504020204" pitchFamily="34" charset="0"/>
              </a:rPr>
              <a:t>.</a:t>
            </a:r>
          </a:p>
        </p:txBody>
      </p:sp>
    </p:spTree>
    <p:extLst>
      <p:ext uri="{BB962C8B-B14F-4D97-AF65-F5344CB8AC3E}">
        <p14:creationId xmlns:p14="http://schemas.microsoft.com/office/powerpoint/2010/main" val="369207368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0D23A4-95E4-61C0-18EE-987B8A6525CB}"/>
              </a:ext>
            </a:extLst>
          </p:cNvPr>
          <p:cNvSpPr>
            <a:spLocks noGrp="1"/>
          </p:cNvSpPr>
          <p:nvPr>
            <p:ph type="title"/>
          </p:nvPr>
        </p:nvSpPr>
        <p:spPr/>
        <p:txBody>
          <a:bodyPr/>
          <a:lstStyle/>
          <a:p>
            <a:r>
              <a:rPr lang="en-US" dirty="0"/>
              <a:t>Bad also</a:t>
            </a:r>
          </a:p>
        </p:txBody>
      </p:sp>
      <p:sp>
        <p:nvSpPr>
          <p:cNvPr id="4" name="Content Placeholder 3">
            <a:extLst>
              <a:ext uri="{FF2B5EF4-FFF2-40B4-BE49-F238E27FC236}">
                <a16:creationId xmlns:a16="http://schemas.microsoft.com/office/drawing/2014/main" id="{5616D77C-DB9C-7E5E-F088-96517A366443}"/>
              </a:ext>
            </a:extLst>
          </p:cNvPr>
          <p:cNvSpPr>
            <a:spLocks noGrp="1"/>
          </p:cNvSpPr>
          <p:nvPr>
            <p:ph idx="1"/>
          </p:nvPr>
        </p:nvSpPr>
        <p:spPr/>
        <p:txBody>
          <a:bodyPr/>
          <a:lstStyle/>
          <a:p>
            <a:pPr algn="just">
              <a:buFont typeface="Arial" panose="020B0604020202020204" pitchFamily="34" charset="0"/>
              <a:buChar char="•"/>
            </a:pPr>
            <a:r>
              <a:rPr lang="en-US" b="0" i="0" dirty="0">
                <a:solidFill>
                  <a:srgbClr val="000000"/>
                </a:solidFill>
                <a:effectLst/>
                <a:latin typeface="Open Sans" panose="020B0606030504020204" pitchFamily="34" charset="0"/>
              </a:rPr>
              <a:t>Integer </a:t>
            </a:r>
            <a:r>
              <a:rPr lang="en-US" b="0" i="0" dirty="0" err="1">
                <a:solidFill>
                  <a:srgbClr val="000000"/>
                </a:solidFill>
                <a:effectLst/>
                <a:latin typeface="Open Sans" panose="020B0606030504020204" pitchFamily="34" charset="0"/>
              </a:rPr>
              <a:t>eget</a:t>
            </a:r>
            <a:r>
              <a:rPr lang="en-US" b="0" i="0" dirty="0">
                <a:solidFill>
                  <a:srgbClr val="000000"/>
                </a:solidFill>
                <a:effectLst/>
                <a:latin typeface="Open Sans" panose="020B0606030504020204" pitchFamily="34" charset="0"/>
              </a:rPr>
              <a:t> ante et </a:t>
            </a:r>
            <a:r>
              <a:rPr lang="en-US" b="0" i="0" dirty="0" err="1">
                <a:solidFill>
                  <a:srgbClr val="000000"/>
                </a:solidFill>
                <a:effectLst/>
                <a:latin typeface="Open Sans" panose="020B0606030504020204" pitchFamily="34" charset="0"/>
              </a:rPr>
              <a:t>felis</a:t>
            </a:r>
            <a:r>
              <a:rPr lang="en-US" b="0" i="0" dirty="0">
                <a:solidFill>
                  <a:srgbClr val="000000"/>
                </a:solidFill>
                <a:effectLst/>
                <a:latin typeface="Open Sans" panose="020B0606030504020204" pitchFamily="34" charset="0"/>
              </a:rPr>
              <a:t> gravida dictum sit </a:t>
            </a:r>
            <a:r>
              <a:rPr lang="en-US" b="0" i="0" dirty="0" err="1">
                <a:solidFill>
                  <a:srgbClr val="000000"/>
                </a:solidFill>
                <a:effectLst/>
                <a:latin typeface="Open Sans" panose="020B0606030504020204" pitchFamily="34" charset="0"/>
              </a:rPr>
              <a:t>amet</a:t>
            </a:r>
            <a:r>
              <a:rPr lang="en-US" b="0" i="0" dirty="0">
                <a:solidFill>
                  <a:srgbClr val="000000"/>
                </a:solidFill>
                <a:effectLst/>
                <a:latin typeface="Open Sans" panose="020B0606030504020204" pitchFamily="34" charset="0"/>
              </a:rPr>
              <a:t> sit </a:t>
            </a:r>
            <a:r>
              <a:rPr lang="en-US" b="0" i="0" dirty="0" err="1">
                <a:solidFill>
                  <a:srgbClr val="000000"/>
                </a:solidFill>
                <a:effectLst/>
                <a:latin typeface="Open Sans" panose="020B0606030504020204" pitchFamily="34" charset="0"/>
              </a:rPr>
              <a:t>amet</a:t>
            </a:r>
            <a:r>
              <a:rPr lang="en-US" b="0" i="0" dirty="0">
                <a:solidFill>
                  <a:srgbClr val="000000"/>
                </a:solidFill>
                <a:effectLst/>
                <a:latin typeface="Open Sans" panose="020B0606030504020204" pitchFamily="34" charset="0"/>
              </a:rPr>
              <a:t> ligula.</a:t>
            </a:r>
          </a:p>
          <a:p>
            <a:pPr algn="just">
              <a:buFont typeface="Arial" panose="020B0604020202020204" pitchFamily="34" charset="0"/>
              <a:buChar char="•"/>
            </a:pPr>
            <a:r>
              <a:rPr lang="en-US" b="0" i="0" dirty="0" err="1">
                <a:solidFill>
                  <a:srgbClr val="000000"/>
                </a:solidFill>
                <a:effectLst/>
                <a:latin typeface="Open Sans" panose="020B0606030504020204" pitchFamily="34" charset="0"/>
              </a:rPr>
              <a:t>Fusce</a:t>
            </a:r>
            <a:r>
              <a:rPr lang="en-US" b="0" i="0" dirty="0">
                <a:solidFill>
                  <a:srgbClr val="000000"/>
                </a:solidFill>
                <a:effectLst/>
                <a:latin typeface="Open Sans" panose="020B0606030504020204" pitchFamily="34" charset="0"/>
              </a:rPr>
              <a:t> </a:t>
            </a:r>
            <a:r>
              <a:rPr lang="en-US" b="0" i="0" dirty="0" err="1">
                <a:solidFill>
                  <a:srgbClr val="000000"/>
                </a:solidFill>
                <a:effectLst/>
                <a:latin typeface="Open Sans" panose="020B0606030504020204" pitchFamily="34" charset="0"/>
              </a:rPr>
              <a:t>aliquet</a:t>
            </a:r>
            <a:r>
              <a:rPr lang="en-US" b="0" i="0" dirty="0">
                <a:solidFill>
                  <a:srgbClr val="000000"/>
                </a:solidFill>
                <a:effectLst/>
                <a:latin typeface="Open Sans" panose="020B0606030504020204" pitchFamily="34" charset="0"/>
              </a:rPr>
              <a:t> </a:t>
            </a:r>
            <a:r>
              <a:rPr lang="en-US" b="0" i="0" dirty="0" err="1">
                <a:solidFill>
                  <a:srgbClr val="000000"/>
                </a:solidFill>
                <a:effectLst/>
                <a:latin typeface="Open Sans" panose="020B0606030504020204" pitchFamily="34" charset="0"/>
              </a:rPr>
              <a:t>odio</a:t>
            </a:r>
            <a:r>
              <a:rPr lang="en-US" b="0" i="0" dirty="0">
                <a:solidFill>
                  <a:srgbClr val="000000"/>
                </a:solidFill>
                <a:effectLst/>
                <a:latin typeface="Open Sans" panose="020B0606030504020204" pitchFamily="34" charset="0"/>
              </a:rPr>
              <a:t> et </a:t>
            </a:r>
            <a:r>
              <a:rPr lang="en-US" b="0" i="0" dirty="0" err="1">
                <a:solidFill>
                  <a:srgbClr val="000000"/>
                </a:solidFill>
                <a:effectLst/>
                <a:latin typeface="Open Sans" panose="020B0606030504020204" pitchFamily="34" charset="0"/>
              </a:rPr>
              <a:t>felis</a:t>
            </a:r>
            <a:r>
              <a:rPr lang="en-US" b="0" i="0" dirty="0">
                <a:solidFill>
                  <a:srgbClr val="000000"/>
                </a:solidFill>
                <a:effectLst/>
                <a:latin typeface="Open Sans" panose="020B0606030504020204" pitchFamily="34" charset="0"/>
              </a:rPr>
              <a:t> vestibulum </a:t>
            </a:r>
            <a:r>
              <a:rPr lang="en-US" b="0" i="0" dirty="0" err="1">
                <a:solidFill>
                  <a:srgbClr val="000000"/>
                </a:solidFill>
                <a:effectLst/>
                <a:latin typeface="Open Sans" panose="020B0606030504020204" pitchFamily="34" charset="0"/>
              </a:rPr>
              <a:t>commodo</a:t>
            </a:r>
            <a:r>
              <a:rPr lang="en-US" b="0" i="0" dirty="0">
                <a:solidFill>
                  <a:srgbClr val="000000"/>
                </a:solidFill>
                <a:effectLst/>
                <a:latin typeface="Open Sans" panose="020B0606030504020204" pitchFamily="34" charset="0"/>
              </a:rPr>
              <a:t>.</a:t>
            </a:r>
          </a:p>
          <a:p>
            <a:pPr algn="just">
              <a:buFont typeface="Arial" panose="020B0604020202020204" pitchFamily="34" charset="0"/>
              <a:buChar char="•"/>
            </a:pPr>
            <a:r>
              <a:rPr lang="en-US" b="0" i="0" dirty="0">
                <a:solidFill>
                  <a:srgbClr val="000000"/>
                </a:solidFill>
                <a:effectLst/>
                <a:latin typeface="Open Sans" panose="020B0606030504020204" pitchFamily="34" charset="0"/>
              </a:rPr>
              <a:t>Maecenas vel </a:t>
            </a:r>
            <a:r>
              <a:rPr lang="en-US" b="0" i="0" dirty="0" err="1">
                <a:solidFill>
                  <a:srgbClr val="000000"/>
                </a:solidFill>
                <a:effectLst/>
                <a:latin typeface="Open Sans" panose="020B0606030504020204" pitchFamily="34" charset="0"/>
              </a:rPr>
              <a:t>orci</a:t>
            </a:r>
            <a:r>
              <a:rPr lang="en-US" b="0" i="0" dirty="0">
                <a:solidFill>
                  <a:srgbClr val="000000"/>
                </a:solidFill>
                <a:effectLst/>
                <a:latin typeface="Open Sans" panose="020B0606030504020204" pitchFamily="34" charset="0"/>
              </a:rPr>
              <a:t> </a:t>
            </a:r>
            <a:r>
              <a:rPr lang="en-US" b="0" i="0" dirty="0" err="1">
                <a:solidFill>
                  <a:srgbClr val="000000"/>
                </a:solidFill>
                <a:effectLst/>
                <a:latin typeface="Open Sans" panose="020B0606030504020204" pitchFamily="34" charset="0"/>
              </a:rPr>
              <a:t>aliquet</a:t>
            </a:r>
            <a:r>
              <a:rPr lang="en-US" b="0" i="0" dirty="0">
                <a:solidFill>
                  <a:srgbClr val="000000"/>
                </a:solidFill>
                <a:effectLst/>
                <a:latin typeface="Open Sans" panose="020B0606030504020204" pitchFamily="34" charset="0"/>
              </a:rPr>
              <a:t>, </a:t>
            </a:r>
            <a:r>
              <a:rPr lang="en-US" b="0" i="0" dirty="0" err="1">
                <a:solidFill>
                  <a:srgbClr val="000000"/>
                </a:solidFill>
                <a:effectLst/>
                <a:latin typeface="Open Sans" panose="020B0606030504020204" pitchFamily="34" charset="0"/>
              </a:rPr>
              <a:t>pellentesque</a:t>
            </a:r>
            <a:r>
              <a:rPr lang="en-US" b="0" i="0" dirty="0">
                <a:solidFill>
                  <a:srgbClr val="000000"/>
                </a:solidFill>
                <a:effectLst/>
                <a:latin typeface="Open Sans" panose="020B0606030504020204" pitchFamily="34" charset="0"/>
              </a:rPr>
              <a:t> </a:t>
            </a:r>
            <a:r>
              <a:rPr lang="en-US" b="0" i="0" dirty="0" err="1">
                <a:solidFill>
                  <a:srgbClr val="000000"/>
                </a:solidFill>
                <a:effectLst/>
                <a:latin typeface="Open Sans" panose="020B0606030504020204" pitchFamily="34" charset="0"/>
              </a:rPr>
              <a:t>purus</a:t>
            </a:r>
            <a:r>
              <a:rPr lang="en-US" b="0" i="0" dirty="0">
                <a:solidFill>
                  <a:srgbClr val="000000"/>
                </a:solidFill>
                <a:effectLst/>
                <a:latin typeface="Open Sans" panose="020B0606030504020204" pitchFamily="34" charset="0"/>
              </a:rPr>
              <a:t> id, porta </a:t>
            </a:r>
            <a:r>
              <a:rPr lang="en-US" b="0" i="0" dirty="0" err="1">
                <a:solidFill>
                  <a:srgbClr val="000000"/>
                </a:solidFill>
                <a:effectLst/>
                <a:latin typeface="Open Sans" panose="020B0606030504020204" pitchFamily="34" charset="0"/>
              </a:rPr>
              <a:t>lectus</a:t>
            </a:r>
            <a:r>
              <a:rPr lang="en-US" b="0" i="0" dirty="0">
                <a:solidFill>
                  <a:srgbClr val="000000"/>
                </a:solidFill>
                <a:effectLst/>
                <a:latin typeface="Open Sans" panose="020B0606030504020204" pitchFamily="34" charset="0"/>
              </a:rPr>
              <a:t>.</a:t>
            </a:r>
          </a:p>
          <a:p>
            <a:endParaRPr lang="en-US" dirty="0"/>
          </a:p>
        </p:txBody>
      </p:sp>
    </p:spTree>
    <p:extLst>
      <p:ext uri="{BB962C8B-B14F-4D97-AF65-F5344CB8AC3E}">
        <p14:creationId xmlns:p14="http://schemas.microsoft.com/office/powerpoint/2010/main" val="225181620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origami"/>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0D23A4-95E4-61C0-18EE-987B8A6525CB}"/>
              </a:ext>
            </a:extLst>
          </p:cNvPr>
          <p:cNvSpPr>
            <a:spLocks noGrp="1"/>
          </p:cNvSpPr>
          <p:nvPr>
            <p:ph type="title"/>
          </p:nvPr>
        </p:nvSpPr>
        <p:spPr/>
        <p:txBody>
          <a:bodyPr/>
          <a:lstStyle/>
          <a:p>
            <a:r>
              <a:rPr lang="en-US"/>
              <a:t>Random is Really </a:t>
            </a:r>
            <a:r>
              <a:rPr lang="en-US" dirty="0"/>
              <a:t>Bad</a:t>
            </a:r>
          </a:p>
        </p:txBody>
      </p:sp>
      <p:sp>
        <p:nvSpPr>
          <p:cNvPr id="3" name="Text Placeholder 2">
            <a:extLst>
              <a:ext uri="{FF2B5EF4-FFF2-40B4-BE49-F238E27FC236}">
                <a16:creationId xmlns:a16="http://schemas.microsoft.com/office/drawing/2014/main" id="{4729AC83-1175-DAAF-722E-002FA9092536}"/>
              </a:ext>
            </a:extLst>
          </p:cNvPr>
          <p:cNvSpPr>
            <a:spLocks noGrp="1"/>
          </p:cNvSpPr>
          <p:nvPr>
            <p:ph idx="1"/>
          </p:nvPr>
        </p:nvSpPr>
        <p:spPr/>
        <p:txBody>
          <a:bodyPr/>
          <a:lstStyle/>
          <a:p>
            <a:r>
              <a:rPr lang="en-US" dirty="0"/>
              <a:t>Random could be professional.</a:t>
            </a:r>
          </a:p>
          <a:p>
            <a:r>
              <a:rPr lang="en-US" dirty="0"/>
              <a:t>Could also be unprofessional.</a:t>
            </a:r>
          </a:p>
          <a:p>
            <a:r>
              <a:rPr lang="en-US" dirty="0"/>
              <a:t>Don’t use random.</a:t>
            </a:r>
          </a:p>
        </p:txBody>
      </p:sp>
    </p:spTree>
    <p:extLst>
      <p:ext uri="{BB962C8B-B14F-4D97-AF65-F5344CB8AC3E}">
        <p14:creationId xmlns:p14="http://schemas.microsoft.com/office/powerpoint/2010/main" val="267295337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FEFAE2-D948-BD9C-B630-E35A4C12E56C}"/>
              </a:ext>
            </a:extLst>
          </p:cNvPr>
          <p:cNvSpPr>
            <a:spLocks noGrp="1"/>
          </p:cNvSpPr>
          <p:nvPr>
            <p:ph type="title"/>
          </p:nvPr>
        </p:nvSpPr>
        <p:spPr/>
        <p:txBody>
          <a:bodyPr/>
          <a:lstStyle/>
          <a:p>
            <a:r>
              <a:rPr lang="en-US" dirty="0"/>
              <a:t>Poor color Choices and</a:t>
            </a:r>
            <a:br>
              <a:rPr lang="en-US" dirty="0"/>
            </a:br>
            <a:r>
              <a:rPr lang="en-US" dirty="0"/>
              <a:t>A good color choice [7]</a:t>
            </a:r>
          </a:p>
        </p:txBody>
      </p:sp>
      <p:graphicFrame>
        <p:nvGraphicFramePr>
          <p:cNvPr id="4" name="Table 4">
            <a:extLst>
              <a:ext uri="{FF2B5EF4-FFF2-40B4-BE49-F238E27FC236}">
                <a16:creationId xmlns:a16="http://schemas.microsoft.com/office/drawing/2014/main" id="{FE559591-CE17-7B8B-B2F4-441138CFEAE9}"/>
              </a:ext>
            </a:extLst>
          </p:cNvPr>
          <p:cNvGraphicFramePr>
            <a:graphicFrameLocks noGrp="1"/>
          </p:cNvGraphicFramePr>
          <p:nvPr>
            <p:extLst>
              <p:ext uri="{D42A27DB-BD31-4B8C-83A1-F6EECF244321}">
                <p14:modId xmlns:p14="http://schemas.microsoft.com/office/powerpoint/2010/main" val="1015375596"/>
              </p:ext>
            </p:extLst>
          </p:nvPr>
        </p:nvGraphicFramePr>
        <p:xfrm>
          <a:off x="754050" y="2056618"/>
          <a:ext cx="10998332" cy="3691494"/>
        </p:xfrm>
        <a:graphic>
          <a:graphicData uri="http://schemas.openxmlformats.org/drawingml/2006/table">
            <a:tbl>
              <a:tblPr firstRow="1" bandRow="1">
                <a:tableStyleId>{5C22544A-7EE6-4342-B048-85BDC9FD1C3A}</a:tableStyleId>
              </a:tblPr>
              <a:tblGrid>
                <a:gridCol w="2749583">
                  <a:extLst>
                    <a:ext uri="{9D8B030D-6E8A-4147-A177-3AD203B41FA5}">
                      <a16:colId xmlns:a16="http://schemas.microsoft.com/office/drawing/2014/main" val="768523680"/>
                    </a:ext>
                  </a:extLst>
                </a:gridCol>
                <a:gridCol w="2749583">
                  <a:extLst>
                    <a:ext uri="{9D8B030D-6E8A-4147-A177-3AD203B41FA5}">
                      <a16:colId xmlns:a16="http://schemas.microsoft.com/office/drawing/2014/main" val="44670885"/>
                    </a:ext>
                  </a:extLst>
                </a:gridCol>
                <a:gridCol w="2749583">
                  <a:extLst>
                    <a:ext uri="{9D8B030D-6E8A-4147-A177-3AD203B41FA5}">
                      <a16:colId xmlns:a16="http://schemas.microsoft.com/office/drawing/2014/main" val="228240281"/>
                    </a:ext>
                  </a:extLst>
                </a:gridCol>
                <a:gridCol w="2749583">
                  <a:extLst>
                    <a:ext uri="{9D8B030D-6E8A-4147-A177-3AD203B41FA5}">
                      <a16:colId xmlns:a16="http://schemas.microsoft.com/office/drawing/2014/main" val="242201788"/>
                    </a:ext>
                  </a:extLst>
                </a:gridCol>
              </a:tblGrid>
              <a:tr h="399199">
                <a:tc>
                  <a:txBody>
                    <a:bodyPr/>
                    <a:lstStyle/>
                    <a:p>
                      <a:r>
                        <a:rPr lang="en-US" dirty="0"/>
                        <a:t>Unfitting (Looks Angry)</a:t>
                      </a:r>
                    </a:p>
                  </a:txBody>
                  <a:tcPr/>
                </a:tc>
                <a:tc>
                  <a:txBody>
                    <a:bodyPr/>
                    <a:lstStyle/>
                    <a:p>
                      <a:r>
                        <a:rPr lang="en-US" dirty="0"/>
                        <a:t>Low Contrast (Hard to read. I tried this once)</a:t>
                      </a:r>
                    </a:p>
                  </a:txBody>
                  <a:tcPr/>
                </a:tc>
                <a:tc>
                  <a:txBody>
                    <a:bodyPr/>
                    <a:lstStyle/>
                    <a:p>
                      <a:r>
                        <a:rPr lang="en-US" dirty="0"/>
                        <a:t>Overly Simple</a:t>
                      </a:r>
                    </a:p>
                    <a:p>
                      <a:r>
                        <a:rPr lang="en-US" dirty="0"/>
                        <a:t>(Effective, but boring)</a:t>
                      </a:r>
                    </a:p>
                  </a:txBody>
                  <a:tcPr/>
                </a:tc>
                <a:tc>
                  <a:txBody>
                    <a:bodyPr/>
                    <a:lstStyle/>
                    <a:p>
                      <a:r>
                        <a:rPr lang="en-US" dirty="0"/>
                        <a:t>Good (Stands out and readable)</a:t>
                      </a:r>
                    </a:p>
                  </a:txBody>
                  <a:tcPr/>
                </a:tc>
                <a:extLst>
                  <a:ext uri="{0D108BD9-81ED-4DB2-BD59-A6C34878D82A}">
                    <a16:rowId xmlns:a16="http://schemas.microsoft.com/office/drawing/2014/main" val="1636507225"/>
                  </a:ext>
                </a:extLst>
              </a:tr>
              <a:tr h="3051414">
                <a:tc>
                  <a:txBody>
                    <a:bodyPr/>
                    <a:lstStyle/>
                    <a:p>
                      <a:r>
                        <a:rPr lang="en-US" sz="1800" b="0" i="0" kern="1200" dirty="0">
                          <a:solidFill>
                            <a:srgbClr val="FFFF00"/>
                          </a:solidFill>
                          <a:effectLst/>
                          <a:latin typeface="+mn-lt"/>
                          <a:ea typeface="+mn-ea"/>
                          <a:cs typeface="+mn-cs"/>
                        </a:rPr>
                        <a:t>Lorem ipsum dolor sit </a:t>
                      </a:r>
                      <a:r>
                        <a:rPr lang="en-US" sz="1800" b="0" i="0" kern="1200" dirty="0" err="1">
                          <a:solidFill>
                            <a:srgbClr val="FFFF00"/>
                          </a:solidFill>
                          <a:effectLst/>
                          <a:latin typeface="+mn-lt"/>
                          <a:ea typeface="+mn-ea"/>
                          <a:cs typeface="+mn-cs"/>
                        </a:rPr>
                        <a:t>amet</a:t>
                      </a:r>
                      <a:r>
                        <a:rPr lang="en-US" sz="1800" b="0" i="0" kern="1200" dirty="0">
                          <a:solidFill>
                            <a:srgbClr val="FFFF00"/>
                          </a:solidFill>
                          <a:effectLst/>
                          <a:latin typeface="+mn-lt"/>
                          <a:ea typeface="+mn-ea"/>
                          <a:cs typeface="+mn-cs"/>
                        </a:rPr>
                        <a:t>, </a:t>
                      </a:r>
                      <a:r>
                        <a:rPr lang="en-US" sz="1800" b="0" i="0" kern="1200" dirty="0" err="1">
                          <a:solidFill>
                            <a:srgbClr val="FFFF00"/>
                          </a:solidFill>
                          <a:effectLst/>
                          <a:latin typeface="+mn-lt"/>
                          <a:ea typeface="+mn-ea"/>
                          <a:cs typeface="+mn-cs"/>
                        </a:rPr>
                        <a:t>consectetur</a:t>
                      </a:r>
                      <a:r>
                        <a:rPr lang="en-US" sz="1800" b="0" i="0" kern="1200" dirty="0">
                          <a:solidFill>
                            <a:srgbClr val="FFFF00"/>
                          </a:solidFill>
                          <a:effectLst/>
                          <a:latin typeface="+mn-lt"/>
                          <a:ea typeface="+mn-ea"/>
                          <a:cs typeface="+mn-cs"/>
                        </a:rPr>
                        <a:t> </a:t>
                      </a:r>
                      <a:r>
                        <a:rPr lang="en-US" sz="1800" b="0" i="0" kern="1200" dirty="0" err="1">
                          <a:solidFill>
                            <a:srgbClr val="FFFF00"/>
                          </a:solidFill>
                          <a:effectLst/>
                          <a:latin typeface="+mn-lt"/>
                          <a:ea typeface="+mn-ea"/>
                          <a:cs typeface="+mn-cs"/>
                        </a:rPr>
                        <a:t>adipiscing</a:t>
                      </a:r>
                      <a:r>
                        <a:rPr lang="en-US" sz="1800" b="0" i="0" kern="1200" dirty="0">
                          <a:solidFill>
                            <a:srgbClr val="FFFF00"/>
                          </a:solidFill>
                          <a:effectLst/>
                          <a:latin typeface="+mn-lt"/>
                          <a:ea typeface="+mn-ea"/>
                          <a:cs typeface="+mn-cs"/>
                        </a:rPr>
                        <a:t> </a:t>
                      </a:r>
                      <a:r>
                        <a:rPr lang="en-US" sz="1800" b="0" i="0" kern="1200" dirty="0" err="1">
                          <a:solidFill>
                            <a:srgbClr val="FFFF00"/>
                          </a:solidFill>
                          <a:effectLst/>
                          <a:latin typeface="+mn-lt"/>
                          <a:ea typeface="+mn-ea"/>
                          <a:cs typeface="+mn-cs"/>
                        </a:rPr>
                        <a:t>elit</a:t>
                      </a:r>
                      <a:r>
                        <a:rPr lang="en-US" sz="1800" b="0" i="0" kern="1200" dirty="0">
                          <a:solidFill>
                            <a:srgbClr val="FFFF00"/>
                          </a:solidFill>
                          <a:effectLst/>
                          <a:latin typeface="+mn-lt"/>
                          <a:ea typeface="+mn-ea"/>
                          <a:cs typeface="+mn-cs"/>
                        </a:rPr>
                        <a:t>. Integer </a:t>
                      </a:r>
                      <a:r>
                        <a:rPr lang="en-US" sz="1800" b="0" i="0" kern="1200" dirty="0" err="1">
                          <a:solidFill>
                            <a:srgbClr val="FFFF00"/>
                          </a:solidFill>
                          <a:effectLst/>
                          <a:latin typeface="+mn-lt"/>
                          <a:ea typeface="+mn-ea"/>
                          <a:cs typeface="+mn-cs"/>
                        </a:rPr>
                        <a:t>placerat</a:t>
                      </a:r>
                      <a:r>
                        <a:rPr lang="en-US" sz="1800" b="0" i="0" kern="1200" dirty="0">
                          <a:solidFill>
                            <a:srgbClr val="FFFF00"/>
                          </a:solidFill>
                          <a:effectLst/>
                          <a:latin typeface="+mn-lt"/>
                          <a:ea typeface="+mn-ea"/>
                          <a:cs typeface="+mn-cs"/>
                        </a:rPr>
                        <a:t> </a:t>
                      </a:r>
                      <a:r>
                        <a:rPr lang="en-US" sz="1800" b="0" i="0" kern="1200" dirty="0" err="1">
                          <a:solidFill>
                            <a:srgbClr val="FFFF00"/>
                          </a:solidFill>
                          <a:effectLst/>
                          <a:latin typeface="+mn-lt"/>
                          <a:ea typeface="+mn-ea"/>
                          <a:cs typeface="+mn-cs"/>
                        </a:rPr>
                        <a:t>fringilla</a:t>
                      </a:r>
                      <a:r>
                        <a:rPr lang="en-US" sz="1800" b="0" i="0" kern="1200" dirty="0">
                          <a:solidFill>
                            <a:srgbClr val="FFFF00"/>
                          </a:solidFill>
                          <a:effectLst/>
                          <a:latin typeface="+mn-lt"/>
                          <a:ea typeface="+mn-ea"/>
                          <a:cs typeface="+mn-cs"/>
                        </a:rPr>
                        <a:t> lorem et </a:t>
                      </a:r>
                      <a:r>
                        <a:rPr lang="en-US" sz="1800" b="0" i="0" kern="1200" dirty="0" err="1">
                          <a:solidFill>
                            <a:srgbClr val="FFFF00"/>
                          </a:solidFill>
                          <a:effectLst/>
                          <a:latin typeface="+mn-lt"/>
                          <a:ea typeface="+mn-ea"/>
                          <a:cs typeface="+mn-cs"/>
                        </a:rPr>
                        <a:t>rutrum</a:t>
                      </a:r>
                      <a:r>
                        <a:rPr lang="en-US" sz="1800" b="0" i="0" kern="1200" dirty="0">
                          <a:solidFill>
                            <a:srgbClr val="FFFF00"/>
                          </a:solidFill>
                          <a:effectLst/>
                          <a:latin typeface="+mn-lt"/>
                          <a:ea typeface="+mn-ea"/>
                          <a:cs typeface="+mn-cs"/>
                        </a:rPr>
                        <a:t>. Nunc </a:t>
                      </a:r>
                      <a:r>
                        <a:rPr lang="en-US" sz="1800" b="0" i="0" kern="1200" dirty="0" err="1">
                          <a:solidFill>
                            <a:srgbClr val="FFFF00"/>
                          </a:solidFill>
                          <a:effectLst/>
                          <a:latin typeface="+mn-lt"/>
                          <a:ea typeface="+mn-ea"/>
                          <a:cs typeface="+mn-cs"/>
                        </a:rPr>
                        <a:t>suscipit</a:t>
                      </a:r>
                      <a:r>
                        <a:rPr lang="en-US" sz="1800" b="0" i="0" kern="1200" dirty="0">
                          <a:solidFill>
                            <a:srgbClr val="FFFF00"/>
                          </a:solidFill>
                          <a:effectLst/>
                          <a:latin typeface="+mn-lt"/>
                          <a:ea typeface="+mn-ea"/>
                          <a:cs typeface="+mn-cs"/>
                        </a:rPr>
                        <a:t> </a:t>
                      </a:r>
                      <a:r>
                        <a:rPr lang="en-US" sz="1800" b="0" i="0" kern="1200" dirty="0" err="1">
                          <a:solidFill>
                            <a:srgbClr val="FFFF00"/>
                          </a:solidFill>
                          <a:effectLst/>
                          <a:latin typeface="+mn-lt"/>
                          <a:ea typeface="+mn-ea"/>
                          <a:cs typeface="+mn-cs"/>
                        </a:rPr>
                        <a:t>euismod</a:t>
                      </a:r>
                      <a:r>
                        <a:rPr lang="en-US" sz="1800" b="0" i="0" kern="1200" dirty="0">
                          <a:solidFill>
                            <a:srgbClr val="FFFF00"/>
                          </a:solidFill>
                          <a:effectLst/>
                          <a:latin typeface="+mn-lt"/>
                          <a:ea typeface="+mn-ea"/>
                          <a:cs typeface="+mn-cs"/>
                        </a:rPr>
                        <a:t> magna, sit </a:t>
                      </a:r>
                      <a:r>
                        <a:rPr lang="en-US" sz="1800" b="0" i="0" kern="1200" dirty="0" err="1">
                          <a:solidFill>
                            <a:srgbClr val="FFFF00"/>
                          </a:solidFill>
                          <a:effectLst/>
                          <a:latin typeface="+mn-lt"/>
                          <a:ea typeface="+mn-ea"/>
                          <a:cs typeface="+mn-cs"/>
                        </a:rPr>
                        <a:t>amet</a:t>
                      </a:r>
                      <a:r>
                        <a:rPr lang="en-US" sz="1800" b="0" i="0" kern="1200" dirty="0">
                          <a:solidFill>
                            <a:srgbClr val="FFFF00"/>
                          </a:solidFill>
                          <a:effectLst/>
                          <a:latin typeface="+mn-lt"/>
                          <a:ea typeface="+mn-ea"/>
                          <a:cs typeface="+mn-cs"/>
                        </a:rPr>
                        <a:t> </a:t>
                      </a:r>
                      <a:r>
                        <a:rPr lang="en-US" sz="1800" b="0" i="0" kern="1200" dirty="0" err="1">
                          <a:solidFill>
                            <a:srgbClr val="FFFF00"/>
                          </a:solidFill>
                          <a:effectLst/>
                          <a:latin typeface="+mn-lt"/>
                          <a:ea typeface="+mn-ea"/>
                          <a:cs typeface="+mn-cs"/>
                        </a:rPr>
                        <a:t>posuere</a:t>
                      </a:r>
                      <a:r>
                        <a:rPr lang="en-US" sz="1800" b="0" i="0" kern="1200" dirty="0">
                          <a:solidFill>
                            <a:srgbClr val="FFFF00"/>
                          </a:solidFill>
                          <a:effectLst/>
                          <a:latin typeface="+mn-lt"/>
                          <a:ea typeface="+mn-ea"/>
                          <a:cs typeface="+mn-cs"/>
                        </a:rPr>
                        <a:t> </a:t>
                      </a:r>
                      <a:r>
                        <a:rPr lang="en-US" sz="1800" b="0" i="0" kern="1200" dirty="0" err="1">
                          <a:solidFill>
                            <a:srgbClr val="FFFF00"/>
                          </a:solidFill>
                          <a:effectLst/>
                          <a:latin typeface="+mn-lt"/>
                          <a:ea typeface="+mn-ea"/>
                          <a:cs typeface="+mn-cs"/>
                        </a:rPr>
                        <a:t>mauris</a:t>
                      </a:r>
                      <a:r>
                        <a:rPr lang="en-US" sz="1800" b="0" i="0" kern="1200" dirty="0">
                          <a:solidFill>
                            <a:srgbClr val="FFFF00"/>
                          </a:solidFill>
                          <a:effectLst/>
                          <a:latin typeface="+mn-lt"/>
                          <a:ea typeface="+mn-ea"/>
                          <a:cs typeface="+mn-cs"/>
                        </a:rPr>
                        <a:t> </a:t>
                      </a:r>
                      <a:r>
                        <a:rPr lang="en-US" sz="1800" b="0" i="0" kern="1200" dirty="0" err="1">
                          <a:solidFill>
                            <a:srgbClr val="FFFF00"/>
                          </a:solidFill>
                          <a:effectLst/>
                          <a:latin typeface="+mn-lt"/>
                          <a:ea typeface="+mn-ea"/>
                          <a:cs typeface="+mn-cs"/>
                        </a:rPr>
                        <a:t>viverra</a:t>
                      </a:r>
                      <a:r>
                        <a:rPr lang="en-US" sz="1800" b="0" i="0" kern="1200" dirty="0">
                          <a:solidFill>
                            <a:srgbClr val="FFFF00"/>
                          </a:solidFill>
                          <a:effectLst/>
                          <a:latin typeface="+mn-lt"/>
                          <a:ea typeface="+mn-ea"/>
                          <a:cs typeface="+mn-cs"/>
                        </a:rPr>
                        <a:t> </a:t>
                      </a:r>
                      <a:r>
                        <a:rPr lang="en-US" sz="1800" b="0" i="0" kern="1200" dirty="0" err="1">
                          <a:solidFill>
                            <a:srgbClr val="FFFF00"/>
                          </a:solidFill>
                          <a:effectLst/>
                          <a:latin typeface="+mn-lt"/>
                          <a:ea typeface="+mn-ea"/>
                          <a:cs typeface="+mn-cs"/>
                        </a:rPr>
                        <a:t>eu</a:t>
                      </a:r>
                      <a:r>
                        <a:rPr lang="en-US" sz="1800" b="0" i="0" kern="1200" dirty="0">
                          <a:solidFill>
                            <a:srgbClr val="FFFF00"/>
                          </a:solidFill>
                          <a:effectLst/>
                          <a:latin typeface="+mn-lt"/>
                          <a:ea typeface="+mn-ea"/>
                          <a:cs typeface="+mn-cs"/>
                        </a:rPr>
                        <a:t>. </a:t>
                      </a:r>
                      <a:r>
                        <a:rPr lang="en-US" sz="1800" b="0" i="0" kern="1200" dirty="0" err="1">
                          <a:solidFill>
                            <a:srgbClr val="FFFF00"/>
                          </a:solidFill>
                          <a:effectLst/>
                          <a:latin typeface="+mn-lt"/>
                          <a:ea typeface="+mn-ea"/>
                          <a:cs typeface="+mn-cs"/>
                        </a:rPr>
                        <a:t>Praesent</a:t>
                      </a:r>
                      <a:r>
                        <a:rPr lang="en-US" sz="1800" b="0" i="0" kern="1200" dirty="0">
                          <a:solidFill>
                            <a:srgbClr val="FFFF00"/>
                          </a:solidFill>
                          <a:effectLst/>
                          <a:latin typeface="+mn-lt"/>
                          <a:ea typeface="+mn-ea"/>
                          <a:cs typeface="+mn-cs"/>
                        </a:rPr>
                        <a:t>.</a:t>
                      </a:r>
                    </a:p>
                    <a:p>
                      <a:br>
                        <a:rPr lang="en-US" dirty="0"/>
                      </a:br>
                      <a:endParaRPr lang="en-US" dirty="0"/>
                    </a:p>
                  </a:txBody>
                  <a:tcPr>
                    <a:solidFill>
                      <a:srgbClr val="FF0000"/>
                    </a:solidFill>
                  </a:tcPr>
                </a:tc>
                <a:tc>
                  <a:txBody>
                    <a:bodyPr/>
                    <a:lstStyle/>
                    <a:p>
                      <a:r>
                        <a:rPr lang="en-US" sz="1800" b="0" i="0" kern="1200" dirty="0">
                          <a:solidFill>
                            <a:srgbClr val="D4F1F9"/>
                          </a:solidFill>
                          <a:effectLst/>
                          <a:latin typeface="+mn-lt"/>
                          <a:ea typeface="+mn-ea"/>
                          <a:cs typeface="+mn-cs"/>
                        </a:rPr>
                        <a:t>Lorem ipsum dolor sit </a:t>
                      </a:r>
                      <a:r>
                        <a:rPr lang="en-US" sz="1800" b="0" i="0" kern="1200" dirty="0" err="1">
                          <a:solidFill>
                            <a:srgbClr val="D4F1F9"/>
                          </a:solidFill>
                          <a:effectLst/>
                          <a:latin typeface="+mn-lt"/>
                          <a:ea typeface="+mn-ea"/>
                          <a:cs typeface="+mn-cs"/>
                        </a:rPr>
                        <a:t>amet</a:t>
                      </a:r>
                      <a:r>
                        <a:rPr lang="en-US" sz="1800" b="0" i="0" kern="1200" dirty="0">
                          <a:solidFill>
                            <a:srgbClr val="D4F1F9"/>
                          </a:solidFill>
                          <a:effectLst/>
                          <a:latin typeface="+mn-lt"/>
                          <a:ea typeface="+mn-ea"/>
                          <a:cs typeface="+mn-cs"/>
                        </a:rPr>
                        <a:t>, </a:t>
                      </a:r>
                      <a:r>
                        <a:rPr lang="en-US" sz="1800" b="0" i="0" kern="1200" dirty="0" err="1">
                          <a:solidFill>
                            <a:srgbClr val="D4F1F9"/>
                          </a:solidFill>
                          <a:effectLst/>
                          <a:latin typeface="+mn-lt"/>
                          <a:ea typeface="+mn-ea"/>
                          <a:cs typeface="+mn-cs"/>
                        </a:rPr>
                        <a:t>consectetur</a:t>
                      </a:r>
                      <a:r>
                        <a:rPr lang="en-US" sz="1800" b="0" i="0" kern="1200" dirty="0">
                          <a:solidFill>
                            <a:srgbClr val="D4F1F9"/>
                          </a:solidFill>
                          <a:effectLst/>
                          <a:latin typeface="+mn-lt"/>
                          <a:ea typeface="+mn-ea"/>
                          <a:cs typeface="+mn-cs"/>
                        </a:rPr>
                        <a:t> </a:t>
                      </a:r>
                      <a:r>
                        <a:rPr lang="en-US" sz="1800" b="0" i="0" kern="1200" dirty="0" err="1">
                          <a:solidFill>
                            <a:srgbClr val="D4F1F9"/>
                          </a:solidFill>
                          <a:effectLst/>
                          <a:latin typeface="+mn-lt"/>
                          <a:ea typeface="+mn-ea"/>
                          <a:cs typeface="+mn-cs"/>
                        </a:rPr>
                        <a:t>adipiscing</a:t>
                      </a:r>
                      <a:r>
                        <a:rPr lang="en-US" sz="1800" b="0" i="0" kern="1200" dirty="0">
                          <a:solidFill>
                            <a:srgbClr val="D4F1F9"/>
                          </a:solidFill>
                          <a:effectLst/>
                          <a:latin typeface="+mn-lt"/>
                          <a:ea typeface="+mn-ea"/>
                          <a:cs typeface="+mn-cs"/>
                        </a:rPr>
                        <a:t> </a:t>
                      </a:r>
                      <a:r>
                        <a:rPr lang="en-US" sz="1800" b="0" i="0" kern="1200" dirty="0" err="1">
                          <a:solidFill>
                            <a:srgbClr val="D4F1F9"/>
                          </a:solidFill>
                          <a:effectLst/>
                          <a:latin typeface="+mn-lt"/>
                          <a:ea typeface="+mn-ea"/>
                          <a:cs typeface="+mn-cs"/>
                        </a:rPr>
                        <a:t>elit</a:t>
                      </a:r>
                      <a:r>
                        <a:rPr lang="en-US" sz="1800" b="0" i="0" kern="1200" dirty="0">
                          <a:solidFill>
                            <a:srgbClr val="D4F1F9"/>
                          </a:solidFill>
                          <a:effectLst/>
                          <a:latin typeface="+mn-lt"/>
                          <a:ea typeface="+mn-ea"/>
                          <a:cs typeface="+mn-cs"/>
                        </a:rPr>
                        <a:t>. Integer </a:t>
                      </a:r>
                      <a:r>
                        <a:rPr lang="en-US" sz="1800" b="0" i="0" kern="1200" dirty="0" err="1">
                          <a:solidFill>
                            <a:srgbClr val="D4F1F9"/>
                          </a:solidFill>
                          <a:effectLst/>
                          <a:latin typeface="+mn-lt"/>
                          <a:ea typeface="+mn-ea"/>
                          <a:cs typeface="+mn-cs"/>
                        </a:rPr>
                        <a:t>placerat</a:t>
                      </a:r>
                      <a:r>
                        <a:rPr lang="en-US" sz="1800" b="0" i="0" kern="1200" dirty="0">
                          <a:solidFill>
                            <a:srgbClr val="D4F1F9"/>
                          </a:solidFill>
                          <a:effectLst/>
                          <a:latin typeface="+mn-lt"/>
                          <a:ea typeface="+mn-ea"/>
                          <a:cs typeface="+mn-cs"/>
                        </a:rPr>
                        <a:t> </a:t>
                      </a:r>
                      <a:r>
                        <a:rPr lang="en-US" sz="1800" b="0" i="0" kern="1200" dirty="0" err="1">
                          <a:solidFill>
                            <a:srgbClr val="D4F1F9"/>
                          </a:solidFill>
                          <a:effectLst/>
                          <a:latin typeface="+mn-lt"/>
                          <a:ea typeface="+mn-ea"/>
                          <a:cs typeface="+mn-cs"/>
                        </a:rPr>
                        <a:t>fringilla</a:t>
                      </a:r>
                      <a:r>
                        <a:rPr lang="en-US" sz="1800" b="0" i="0" kern="1200" dirty="0">
                          <a:solidFill>
                            <a:srgbClr val="D4F1F9"/>
                          </a:solidFill>
                          <a:effectLst/>
                          <a:latin typeface="+mn-lt"/>
                          <a:ea typeface="+mn-ea"/>
                          <a:cs typeface="+mn-cs"/>
                        </a:rPr>
                        <a:t> lorem et </a:t>
                      </a:r>
                      <a:r>
                        <a:rPr lang="en-US" sz="1800" b="0" i="0" kern="1200" dirty="0" err="1">
                          <a:solidFill>
                            <a:srgbClr val="D4F1F9"/>
                          </a:solidFill>
                          <a:effectLst/>
                          <a:latin typeface="+mn-lt"/>
                          <a:ea typeface="+mn-ea"/>
                          <a:cs typeface="+mn-cs"/>
                        </a:rPr>
                        <a:t>rutrum</a:t>
                      </a:r>
                      <a:r>
                        <a:rPr lang="en-US" sz="1800" b="0" i="0" kern="1200" dirty="0">
                          <a:solidFill>
                            <a:srgbClr val="D4F1F9"/>
                          </a:solidFill>
                          <a:effectLst/>
                          <a:latin typeface="+mn-lt"/>
                          <a:ea typeface="+mn-ea"/>
                          <a:cs typeface="+mn-cs"/>
                        </a:rPr>
                        <a:t>. Nunc </a:t>
                      </a:r>
                      <a:r>
                        <a:rPr lang="en-US" sz="1800" b="0" i="0" kern="1200" dirty="0" err="1">
                          <a:solidFill>
                            <a:srgbClr val="D4F1F9"/>
                          </a:solidFill>
                          <a:effectLst/>
                          <a:latin typeface="+mn-lt"/>
                          <a:ea typeface="+mn-ea"/>
                          <a:cs typeface="+mn-cs"/>
                        </a:rPr>
                        <a:t>suscipit</a:t>
                      </a:r>
                      <a:r>
                        <a:rPr lang="en-US" sz="1800" b="0" i="0" kern="1200" dirty="0">
                          <a:solidFill>
                            <a:srgbClr val="D4F1F9"/>
                          </a:solidFill>
                          <a:effectLst/>
                          <a:latin typeface="+mn-lt"/>
                          <a:ea typeface="+mn-ea"/>
                          <a:cs typeface="+mn-cs"/>
                        </a:rPr>
                        <a:t> </a:t>
                      </a:r>
                      <a:r>
                        <a:rPr lang="en-US" sz="1800" b="0" i="0" kern="1200" dirty="0" err="1">
                          <a:solidFill>
                            <a:srgbClr val="D4F1F9"/>
                          </a:solidFill>
                          <a:effectLst/>
                          <a:latin typeface="+mn-lt"/>
                          <a:ea typeface="+mn-ea"/>
                          <a:cs typeface="+mn-cs"/>
                        </a:rPr>
                        <a:t>euismod</a:t>
                      </a:r>
                      <a:r>
                        <a:rPr lang="en-US" sz="1800" b="0" i="0" kern="1200" dirty="0">
                          <a:solidFill>
                            <a:srgbClr val="D4F1F9"/>
                          </a:solidFill>
                          <a:effectLst/>
                          <a:latin typeface="+mn-lt"/>
                          <a:ea typeface="+mn-ea"/>
                          <a:cs typeface="+mn-cs"/>
                        </a:rPr>
                        <a:t> magna, sit </a:t>
                      </a:r>
                      <a:r>
                        <a:rPr lang="en-US" sz="1800" b="0" i="0" kern="1200" dirty="0" err="1">
                          <a:solidFill>
                            <a:srgbClr val="D4F1F9"/>
                          </a:solidFill>
                          <a:effectLst/>
                          <a:latin typeface="+mn-lt"/>
                          <a:ea typeface="+mn-ea"/>
                          <a:cs typeface="+mn-cs"/>
                        </a:rPr>
                        <a:t>amet</a:t>
                      </a:r>
                      <a:r>
                        <a:rPr lang="en-US" sz="1800" b="0" i="0" kern="1200" dirty="0">
                          <a:solidFill>
                            <a:srgbClr val="D4F1F9"/>
                          </a:solidFill>
                          <a:effectLst/>
                          <a:latin typeface="+mn-lt"/>
                          <a:ea typeface="+mn-ea"/>
                          <a:cs typeface="+mn-cs"/>
                        </a:rPr>
                        <a:t> </a:t>
                      </a:r>
                      <a:r>
                        <a:rPr lang="en-US" sz="1800" b="0" i="0" kern="1200" dirty="0" err="1">
                          <a:solidFill>
                            <a:srgbClr val="D4F1F9"/>
                          </a:solidFill>
                          <a:effectLst/>
                          <a:latin typeface="+mn-lt"/>
                          <a:ea typeface="+mn-ea"/>
                          <a:cs typeface="+mn-cs"/>
                        </a:rPr>
                        <a:t>posuere</a:t>
                      </a:r>
                      <a:r>
                        <a:rPr lang="en-US" sz="1800" b="0" i="0" kern="1200" dirty="0">
                          <a:solidFill>
                            <a:srgbClr val="D4F1F9"/>
                          </a:solidFill>
                          <a:effectLst/>
                          <a:latin typeface="+mn-lt"/>
                          <a:ea typeface="+mn-ea"/>
                          <a:cs typeface="+mn-cs"/>
                        </a:rPr>
                        <a:t> </a:t>
                      </a:r>
                      <a:r>
                        <a:rPr lang="en-US" sz="1800" b="0" i="0" kern="1200" dirty="0" err="1">
                          <a:solidFill>
                            <a:srgbClr val="D4F1F9"/>
                          </a:solidFill>
                          <a:effectLst/>
                          <a:latin typeface="+mn-lt"/>
                          <a:ea typeface="+mn-ea"/>
                          <a:cs typeface="+mn-cs"/>
                        </a:rPr>
                        <a:t>mauris</a:t>
                      </a:r>
                      <a:r>
                        <a:rPr lang="en-US" sz="1800" b="0" i="0" kern="1200" dirty="0">
                          <a:solidFill>
                            <a:srgbClr val="D4F1F9"/>
                          </a:solidFill>
                          <a:effectLst/>
                          <a:latin typeface="+mn-lt"/>
                          <a:ea typeface="+mn-ea"/>
                          <a:cs typeface="+mn-cs"/>
                        </a:rPr>
                        <a:t> </a:t>
                      </a:r>
                      <a:r>
                        <a:rPr lang="en-US" sz="1800" b="0" i="0" kern="1200" dirty="0" err="1">
                          <a:solidFill>
                            <a:srgbClr val="D4F1F9"/>
                          </a:solidFill>
                          <a:effectLst/>
                          <a:latin typeface="+mn-lt"/>
                          <a:ea typeface="+mn-ea"/>
                          <a:cs typeface="+mn-cs"/>
                        </a:rPr>
                        <a:t>viverra</a:t>
                      </a:r>
                      <a:r>
                        <a:rPr lang="en-US" sz="1800" b="0" i="0" kern="1200" dirty="0">
                          <a:solidFill>
                            <a:srgbClr val="D4F1F9"/>
                          </a:solidFill>
                          <a:effectLst/>
                          <a:latin typeface="+mn-lt"/>
                          <a:ea typeface="+mn-ea"/>
                          <a:cs typeface="+mn-cs"/>
                        </a:rPr>
                        <a:t> </a:t>
                      </a:r>
                      <a:r>
                        <a:rPr lang="en-US" sz="1800" b="0" i="0" kern="1200" dirty="0" err="1">
                          <a:solidFill>
                            <a:srgbClr val="D4F1F9"/>
                          </a:solidFill>
                          <a:effectLst/>
                          <a:latin typeface="+mn-lt"/>
                          <a:ea typeface="+mn-ea"/>
                          <a:cs typeface="+mn-cs"/>
                        </a:rPr>
                        <a:t>eu</a:t>
                      </a:r>
                      <a:r>
                        <a:rPr lang="en-US" sz="1800" b="0" i="0" kern="1200" dirty="0">
                          <a:solidFill>
                            <a:srgbClr val="D4F1F9"/>
                          </a:solidFill>
                          <a:effectLst/>
                          <a:latin typeface="+mn-lt"/>
                          <a:ea typeface="+mn-ea"/>
                          <a:cs typeface="+mn-cs"/>
                        </a:rPr>
                        <a:t>. </a:t>
                      </a:r>
                      <a:r>
                        <a:rPr lang="en-US" sz="1800" b="0" i="0" kern="1200" dirty="0" err="1">
                          <a:solidFill>
                            <a:srgbClr val="D4F1F9"/>
                          </a:solidFill>
                          <a:effectLst/>
                          <a:latin typeface="+mn-lt"/>
                          <a:ea typeface="+mn-ea"/>
                          <a:cs typeface="+mn-cs"/>
                        </a:rPr>
                        <a:t>Praesent</a:t>
                      </a:r>
                      <a:r>
                        <a:rPr lang="en-US" sz="1800" b="0" i="0" kern="1200" dirty="0">
                          <a:solidFill>
                            <a:srgbClr val="D4F1F9"/>
                          </a:solidFill>
                          <a:effectLst/>
                          <a:latin typeface="+mn-lt"/>
                          <a:ea typeface="+mn-ea"/>
                          <a:cs typeface="+mn-cs"/>
                        </a:rPr>
                        <a:t>.</a:t>
                      </a:r>
                    </a:p>
                    <a:p>
                      <a:br>
                        <a:rPr lang="en-US" dirty="0"/>
                      </a:br>
                      <a:endParaRPr lang="en-US" dirty="0"/>
                    </a:p>
                  </a:txBody>
                  <a:tcPr>
                    <a:solidFill>
                      <a:srgbClr val="F2D16B"/>
                    </a:solidFill>
                  </a:tcPr>
                </a:tc>
                <a:tc>
                  <a:txBody>
                    <a:bodyPr/>
                    <a:lstStyle/>
                    <a:p>
                      <a:r>
                        <a:rPr lang="en-US" sz="1800" b="0" i="0" kern="1200" dirty="0">
                          <a:solidFill>
                            <a:schemeClr val="dk1"/>
                          </a:solidFill>
                          <a:effectLst/>
                          <a:latin typeface="+mn-lt"/>
                          <a:ea typeface="+mn-ea"/>
                          <a:cs typeface="+mn-cs"/>
                        </a:rPr>
                        <a:t>Lorem ipsum dolor sit </a:t>
                      </a:r>
                      <a:r>
                        <a:rPr lang="en-US" sz="1800" b="0" i="0" kern="1200" dirty="0" err="1">
                          <a:solidFill>
                            <a:schemeClr val="dk1"/>
                          </a:solidFill>
                          <a:effectLst/>
                          <a:latin typeface="+mn-lt"/>
                          <a:ea typeface="+mn-ea"/>
                          <a:cs typeface="+mn-cs"/>
                        </a:rPr>
                        <a:t>amet</a:t>
                      </a:r>
                      <a:r>
                        <a:rPr lang="en-US" sz="1800" b="0" i="0" kern="1200" dirty="0">
                          <a:solidFill>
                            <a:schemeClr val="dk1"/>
                          </a:solidFill>
                          <a:effectLst/>
                          <a:latin typeface="+mn-lt"/>
                          <a:ea typeface="+mn-ea"/>
                          <a:cs typeface="+mn-cs"/>
                        </a:rPr>
                        <a:t>, </a:t>
                      </a:r>
                      <a:r>
                        <a:rPr lang="en-US" sz="1800" b="0" i="0" kern="1200" dirty="0" err="1">
                          <a:solidFill>
                            <a:schemeClr val="dk1"/>
                          </a:solidFill>
                          <a:effectLst/>
                          <a:latin typeface="+mn-lt"/>
                          <a:ea typeface="+mn-ea"/>
                          <a:cs typeface="+mn-cs"/>
                        </a:rPr>
                        <a:t>consectetur</a:t>
                      </a:r>
                      <a:r>
                        <a:rPr lang="en-US" sz="1800" b="0" i="0" kern="1200" dirty="0">
                          <a:solidFill>
                            <a:schemeClr val="dk1"/>
                          </a:solidFill>
                          <a:effectLst/>
                          <a:latin typeface="+mn-lt"/>
                          <a:ea typeface="+mn-ea"/>
                          <a:cs typeface="+mn-cs"/>
                        </a:rPr>
                        <a:t> </a:t>
                      </a:r>
                      <a:r>
                        <a:rPr lang="en-US" sz="1800" b="0" i="0" kern="1200" dirty="0" err="1">
                          <a:solidFill>
                            <a:schemeClr val="dk1"/>
                          </a:solidFill>
                          <a:effectLst/>
                          <a:latin typeface="+mn-lt"/>
                          <a:ea typeface="+mn-ea"/>
                          <a:cs typeface="+mn-cs"/>
                        </a:rPr>
                        <a:t>adipiscing</a:t>
                      </a:r>
                      <a:r>
                        <a:rPr lang="en-US" sz="1800" b="0" i="0" kern="1200" dirty="0">
                          <a:solidFill>
                            <a:schemeClr val="dk1"/>
                          </a:solidFill>
                          <a:effectLst/>
                          <a:latin typeface="+mn-lt"/>
                          <a:ea typeface="+mn-ea"/>
                          <a:cs typeface="+mn-cs"/>
                        </a:rPr>
                        <a:t> </a:t>
                      </a:r>
                      <a:r>
                        <a:rPr lang="en-US" sz="1800" b="0" i="0" kern="1200" dirty="0" err="1">
                          <a:solidFill>
                            <a:schemeClr val="dk1"/>
                          </a:solidFill>
                          <a:effectLst/>
                          <a:latin typeface="+mn-lt"/>
                          <a:ea typeface="+mn-ea"/>
                          <a:cs typeface="+mn-cs"/>
                        </a:rPr>
                        <a:t>elit</a:t>
                      </a:r>
                      <a:r>
                        <a:rPr lang="en-US" sz="1800" b="0" i="0" kern="1200" dirty="0">
                          <a:solidFill>
                            <a:schemeClr val="dk1"/>
                          </a:solidFill>
                          <a:effectLst/>
                          <a:latin typeface="+mn-lt"/>
                          <a:ea typeface="+mn-ea"/>
                          <a:cs typeface="+mn-cs"/>
                        </a:rPr>
                        <a:t>. Integer </a:t>
                      </a:r>
                      <a:r>
                        <a:rPr lang="en-US" sz="1800" b="0" i="0" kern="1200" dirty="0" err="1">
                          <a:solidFill>
                            <a:schemeClr val="dk1"/>
                          </a:solidFill>
                          <a:effectLst/>
                          <a:latin typeface="+mn-lt"/>
                          <a:ea typeface="+mn-ea"/>
                          <a:cs typeface="+mn-cs"/>
                        </a:rPr>
                        <a:t>placerat</a:t>
                      </a:r>
                      <a:r>
                        <a:rPr lang="en-US" sz="1800" b="0" i="0" kern="1200" dirty="0">
                          <a:solidFill>
                            <a:schemeClr val="dk1"/>
                          </a:solidFill>
                          <a:effectLst/>
                          <a:latin typeface="+mn-lt"/>
                          <a:ea typeface="+mn-ea"/>
                          <a:cs typeface="+mn-cs"/>
                        </a:rPr>
                        <a:t> </a:t>
                      </a:r>
                      <a:r>
                        <a:rPr lang="en-US" sz="1800" b="0" i="0" kern="1200" dirty="0" err="1">
                          <a:solidFill>
                            <a:schemeClr val="dk1"/>
                          </a:solidFill>
                          <a:effectLst/>
                          <a:latin typeface="+mn-lt"/>
                          <a:ea typeface="+mn-ea"/>
                          <a:cs typeface="+mn-cs"/>
                        </a:rPr>
                        <a:t>fringilla</a:t>
                      </a:r>
                      <a:r>
                        <a:rPr lang="en-US" sz="1800" b="0" i="0" kern="1200" dirty="0">
                          <a:solidFill>
                            <a:schemeClr val="dk1"/>
                          </a:solidFill>
                          <a:effectLst/>
                          <a:latin typeface="+mn-lt"/>
                          <a:ea typeface="+mn-ea"/>
                          <a:cs typeface="+mn-cs"/>
                        </a:rPr>
                        <a:t> lorem et </a:t>
                      </a:r>
                      <a:r>
                        <a:rPr lang="en-US" sz="1800" b="0" i="0" kern="1200" dirty="0" err="1">
                          <a:solidFill>
                            <a:schemeClr val="dk1"/>
                          </a:solidFill>
                          <a:effectLst/>
                          <a:latin typeface="+mn-lt"/>
                          <a:ea typeface="+mn-ea"/>
                          <a:cs typeface="+mn-cs"/>
                        </a:rPr>
                        <a:t>rutrum</a:t>
                      </a:r>
                      <a:r>
                        <a:rPr lang="en-US" sz="1800" b="0" i="0" kern="1200" dirty="0">
                          <a:solidFill>
                            <a:schemeClr val="dk1"/>
                          </a:solidFill>
                          <a:effectLst/>
                          <a:latin typeface="+mn-lt"/>
                          <a:ea typeface="+mn-ea"/>
                          <a:cs typeface="+mn-cs"/>
                        </a:rPr>
                        <a:t>. Nunc </a:t>
                      </a:r>
                      <a:r>
                        <a:rPr lang="en-US" sz="1800" b="0" i="0" kern="1200" dirty="0" err="1">
                          <a:solidFill>
                            <a:schemeClr val="dk1"/>
                          </a:solidFill>
                          <a:effectLst/>
                          <a:latin typeface="+mn-lt"/>
                          <a:ea typeface="+mn-ea"/>
                          <a:cs typeface="+mn-cs"/>
                        </a:rPr>
                        <a:t>suscipit</a:t>
                      </a:r>
                      <a:r>
                        <a:rPr lang="en-US" sz="1800" b="0" i="0" kern="1200" dirty="0">
                          <a:solidFill>
                            <a:schemeClr val="dk1"/>
                          </a:solidFill>
                          <a:effectLst/>
                          <a:latin typeface="+mn-lt"/>
                          <a:ea typeface="+mn-ea"/>
                          <a:cs typeface="+mn-cs"/>
                        </a:rPr>
                        <a:t> </a:t>
                      </a:r>
                      <a:r>
                        <a:rPr lang="en-US" sz="1800" b="0" i="0" kern="1200" dirty="0" err="1">
                          <a:solidFill>
                            <a:schemeClr val="dk1"/>
                          </a:solidFill>
                          <a:effectLst/>
                          <a:latin typeface="+mn-lt"/>
                          <a:ea typeface="+mn-ea"/>
                          <a:cs typeface="+mn-cs"/>
                        </a:rPr>
                        <a:t>euismod</a:t>
                      </a:r>
                      <a:r>
                        <a:rPr lang="en-US" sz="1800" b="0" i="0" kern="1200" dirty="0">
                          <a:solidFill>
                            <a:schemeClr val="dk1"/>
                          </a:solidFill>
                          <a:effectLst/>
                          <a:latin typeface="+mn-lt"/>
                          <a:ea typeface="+mn-ea"/>
                          <a:cs typeface="+mn-cs"/>
                        </a:rPr>
                        <a:t> magna, sit </a:t>
                      </a:r>
                      <a:r>
                        <a:rPr lang="en-US" sz="1800" b="0" i="0" kern="1200" dirty="0" err="1">
                          <a:solidFill>
                            <a:schemeClr val="dk1"/>
                          </a:solidFill>
                          <a:effectLst/>
                          <a:latin typeface="+mn-lt"/>
                          <a:ea typeface="+mn-ea"/>
                          <a:cs typeface="+mn-cs"/>
                        </a:rPr>
                        <a:t>amet</a:t>
                      </a:r>
                      <a:r>
                        <a:rPr lang="en-US" sz="1800" b="0" i="0" kern="1200" dirty="0">
                          <a:solidFill>
                            <a:schemeClr val="dk1"/>
                          </a:solidFill>
                          <a:effectLst/>
                          <a:latin typeface="+mn-lt"/>
                          <a:ea typeface="+mn-ea"/>
                          <a:cs typeface="+mn-cs"/>
                        </a:rPr>
                        <a:t> </a:t>
                      </a:r>
                      <a:r>
                        <a:rPr lang="en-US" sz="1800" b="0" i="0" kern="1200" dirty="0" err="1">
                          <a:solidFill>
                            <a:schemeClr val="dk1"/>
                          </a:solidFill>
                          <a:effectLst/>
                          <a:latin typeface="+mn-lt"/>
                          <a:ea typeface="+mn-ea"/>
                          <a:cs typeface="+mn-cs"/>
                        </a:rPr>
                        <a:t>posuere</a:t>
                      </a:r>
                      <a:r>
                        <a:rPr lang="en-US" sz="1800" b="0" i="0" kern="1200" dirty="0">
                          <a:solidFill>
                            <a:schemeClr val="dk1"/>
                          </a:solidFill>
                          <a:effectLst/>
                          <a:latin typeface="+mn-lt"/>
                          <a:ea typeface="+mn-ea"/>
                          <a:cs typeface="+mn-cs"/>
                        </a:rPr>
                        <a:t> </a:t>
                      </a:r>
                      <a:r>
                        <a:rPr lang="en-US" sz="1800" b="0" i="0" kern="1200" dirty="0" err="1">
                          <a:solidFill>
                            <a:schemeClr val="dk1"/>
                          </a:solidFill>
                          <a:effectLst/>
                          <a:latin typeface="+mn-lt"/>
                          <a:ea typeface="+mn-ea"/>
                          <a:cs typeface="+mn-cs"/>
                        </a:rPr>
                        <a:t>mauris</a:t>
                      </a:r>
                      <a:r>
                        <a:rPr lang="en-US" sz="1800" b="0" i="0" kern="1200" dirty="0">
                          <a:solidFill>
                            <a:schemeClr val="dk1"/>
                          </a:solidFill>
                          <a:effectLst/>
                          <a:latin typeface="+mn-lt"/>
                          <a:ea typeface="+mn-ea"/>
                          <a:cs typeface="+mn-cs"/>
                        </a:rPr>
                        <a:t> </a:t>
                      </a:r>
                      <a:r>
                        <a:rPr lang="en-US" sz="1800" b="0" i="0" kern="1200" dirty="0" err="1">
                          <a:solidFill>
                            <a:schemeClr val="dk1"/>
                          </a:solidFill>
                          <a:effectLst/>
                          <a:latin typeface="+mn-lt"/>
                          <a:ea typeface="+mn-ea"/>
                          <a:cs typeface="+mn-cs"/>
                        </a:rPr>
                        <a:t>viverra</a:t>
                      </a:r>
                      <a:r>
                        <a:rPr lang="en-US" sz="1800" b="0" i="0" kern="1200" dirty="0">
                          <a:solidFill>
                            <a:schemeClr val="dk1"/>
                          </a:solidFill>
                          <a:effectLst/>
                          <a:latin typeface="+mn-lt"/>
                          <a:ea typeface="+mn-ea"/>
                          <a:cs typeface="+mn-cs"/>
                        </a:rPr>
                        <a:t> </a:t>
                      </a:r>
                      <a:r>
                        <a:rPr lang="en-US" sz="1800" b="0" i="0" kern="1200" dirty="0" err="1">
                          <a:solidFill>
                            <a:schemeClr val="dk1"/>
                          </a:solidFill>
                          <a:effectLst/>
                          <a:latin typeface="+mn-lt"/>
                          <a:ea typeface="+mn-ea"/>
                          <a:cs typeface="+mn-cs"/>
                        </a:rPr>
                        <a:t>eu</a:t>
                      </a:r>
                      <a:r>
                        <a:rPr lang="en-US" sz="1800" b="0" i="0" kern="1200" dirty="0">
                          <a:solidFill>
                            <a:schemeClr val="dk1"/>
                          </a:solidFill>
                          <a:effectLst/>
                          <a:latin typeface="+mn-lt"/>
                          <a:ea typeface="+mn-ea"/>
                          <a:cs typeface="+mn-cs"/>
                        </a:rPr>
                        <a:t>. </a:t>
                      </a:r>
                      <a:r>
                        <a:rPr lang="en-US" sz="1800" b="0" i="0" kern="1200" dirty="0" err="1">
                          <a:solidFill>
                            <a:schemeClr val="dk1"/>
                          </a:solidFill>
                          <a:effectLst/>
                          <a:latin typeface="+mn-lt"/>
                          <a:ea typeface="+mn-ea"/>
                          <a:cs typeface="+mn-cs"/>
                        </a:rPr>
                        <a:t>Praesent</a:t>
                      </a:r>
                      <a:r>
                        <a:rPr lang="en-US" sz="1800" b="0" i="0" kern="1200" dirty="0">
                          <a:solidFill>
                            <a:schemeClr val="dk1"/>
                          </a:solidFill>
                          <a:effectLst/>
                          <a:latin typeface="+mn-lt"/>
                          <a:ea typeface="+mn-ea"/>
                          <a:cs typeface="+mn-cs"/>
                        </a:rPr>
                        <a:t>.</a:t>
                      </a:r>
                    </a:p>
                    <a:p>
                      <a:br>
                        <a:rPr lang="en-US" dirty="0"/>
                      </a:br>
                      <a:endParaRPr lang="en-US" dirty="0"/>
                    </a:p>
                  </a:txBody>
                  <a:tcPr>
                    <a:solidFill>
                      <a:srgbClr val="FFFFFF"/>
                    </a:solidFill>
                  </a:tcPr>
                </a:tc>
                <a:tc>
                  <a:txBody>
                    <a:bodyPr/>
                    <a:lstStyle/>
                    <a:p>
                      <a:r>
                        <a:rPr lang="en-US" sz="1800" b="0" i="0" kern="1200" dirty="0">
                          <a:solidFill>
                            <a:schemeClr val="dk1"/>
                          </a:solidFill>
                          <a:effectLst/>
                          <a:latin typeface="+mn-lt"/>
                          <a:ea typeface="+mn-ea"/>
                          <a:cs typeface="+mn-cs"/>
                        </a:rPr>
                        <a:t>Lorem ipsum dolor sit </a:t>
                      </a:r>
                      <a:r>
                        <a:rPr lang="en-US" sz="1800" b="0" i="0" kern="1200" dirty="0" err="1">
                          <a:solidFill>
                            <a:schemeClr val="dk1"/>
                          </a:solidFill>
                          <a:effectLst/>
                          <a:latin typeface="+mn-lt"/>
                          <a:ea typeface="+mn-ea"/>
                          <a:cs typeface="+mn-cs"/>
                        </a:rPr>
                        <a:t>amet</a:t>
                      </a:r>
                      <a:r>
                        <a:rPr lang="en-US" sz="1800" b="0" i="0" kern="1200" dirty="0">
                          <a:solidFill>
                            <a:schemeClr val="dk1"/>
                          </a:solidFill>
                          <a:effectLst/>
                          <a:latin typeface="+mn-lt"/>
                          <a:ea typeface="+mn-ea"/>
                          <a:cs typeface="+mn-cs"/>
                        </a:rPr>
                        <a:t>, </a:t>
                      </a:r>
                      <a:r>
                        <a:rPr lang="en-US" sz="1800" b="0" i="0" kern="1200" dirty="0" err="1">
                          <a:solidFill>
                            <a:schemeClr val="dk1"/>
                          </a:solidFill>
                          <a:effectLst/>
                          <a:latin typeface="+mn-lt"/>
                          <a:ea typeface="+mn-ea"/>
                          <a:cs typeface="+mn-cs"/>
                        </a:rPr>
                        <a:t>consectetur</a:t>
                      </a:r>
                      <a:r>
                        <a:rPr lang="en-US" sz="1800" b="0" i="0" kern="1200" dirty="0">
                          <a:solidFill>
                            <a:schemeClr val="dk1"/>
                          </a:solidFill>
                          <a:effectLst/>
                          <a:latin typeface="+mn-lt"/>
                          <a:ea typeface="+mn-ea"/>
                          <a:cs typeface="+mn-cs"/>
                        </a:rPr>
                        <a:t> </a:t>
                      </a:r>
                      <a:r>
                        <a:rPr lang="en-US" sz="1800" b="0" i="0" kern="1200" dirty="0" err="1">
                          <a:solidFill>
                            <a:schemeClr val="dk1"/>
                          </a:solidFill>
                          <a:effectLst/>
                          <a:latin typeface="+mn-lt"/>
                          <a:ea typeface="+mn-ea"/>
                          <a:cs typeface="+mn-cs"/>
                        </a:rPr>
                        <a:t>adipiscing</a:t>
                      </a:r>
                      <a:r>
                        <a:rPr lang="en-US" sz="1800" b="0" i="0" kern="1200" dirty="0">
                          <a:solidFill>
                            <a:schemeClr val="dk1"/>
                          </a:solidFill>
                          <a:effectLst/>
                          <a:latin typeface="+mn-lt"/>
                          <a:ea typeface="+mn-ea"/>
                          <a:cs typeface="+mn-cs"/>
                        </a:rPr>
                        <a:t> </a:t>
                      </a:r>
                      <a:r>
                        <a:rPr lang="en-US" sz="1800" b="0" i="0" kern="1200" dirty="0" err="1">
                          <a:solidFill>
                            <a:schemeClr val="dk1"/>
                          </a:solidFill>
                          <a:effectLst/>
                          <a:latin typeface="+mn-lt"/>
                          <a:ea typeface="+mn-ea"/>
                          <a:cs typeface="+mn-cs"/>
                        </a:rPr>
                        <a:t>elit</a:t>
                      </a:r>
                      <a:r>
                        <a:rPr lang="en-US" sz="1800" b="0" i="0" kern="1200" dirty="0">
                          <a:solidFill>
                            <a:schemeClr val="dk1"/>
                          </a:solidFill>
                          <a:effectLst/>
                          <a:latin typeface="+mn-lt"/>
                          <a:ea typeface="+mn-ea"/>
                          <a:cs typeface="+mn-cs"/>
                        </a:rPr>
                        <a:t>. Integer </a:t>
                      </a:r>
                      <a:r>
                        <a:rPr lang="en-US" sz="1800" b="0" i="0" kern="1200" dirty="0" err="1">
                          <a:solidFill>
                            <a:schemeClr val="dk1"/>
                          </a:solidFill>
                          <a:effectLst/>
                          <a:latin typeface="+mn-lt"/>
                          <a:ea typeface="+mn-ea"/>
                          <a:cs typeface="+mn-cs"/>
                        </a:rPr>
                        <a:t>placerat</a:t>
                      </a:r>
                      <a:r>
                        <a:rPr lang="en-US" sz="1800" b="0" i="0" kern="1200" dirty="0">
                          <a:solidFill>
                            <a:schemeClr val="dk1"/>
                          </a:solidFill>
                          <a:effectLst/>
                          <a:latin typeface="+mn-lt"/>
                          <a:ea typeface="+mn-ea"/>
                          <a:cs typeface="+mn-cs"/>
                        </a:rPr>
                        <a:t> </a:t>
                      </a:r>
                      <a:r>
                        <a:rPr lang="en-US" sz="1800" b="0" i="0" kern="1200" dirty="0" err="1">
                          <a:solidFill>
                            <a:schemeClr val="dk1"/>
                          </a:solidFill>
                          <a:effectLst/>
                          <a:latin typeface="+mn-lt"/>
                          <a:ea typeface="+mn-ea"/>
                          <a:cs typeface="+mn-cs"/>
                        </a:rPr>
                        <a:t>fringilla</a:t>
                      </a:r>
                      <a:r>
                        <a:rPr lang="en-US" sz="1800" b="0" i="0" kern="1200" dirty="0">
                          <a:solidFill>
                            <a:schemeClr val="dk1"/>
                          </a:solidFill>
                          <a:effectLst/>
                          <a:latin typeface="+mn-lt"/>
                          <a:ea typeface="+mn-ea"/>
                          <a:cs typeface="+mn-cs"/>
                        </a:rPr>
                        <a:t> lorem et </a:t>
                      </a:r>
                      <a:r>
                        <a:rPr lang="en-US" sz="1800" b="0" i="0" kern="1200" dirty="0" err="1">
                          <a:solidFill>
                            <a:schemeClr val="dk1"/>
                          </a:solidFill>
                          <a:effectLst/>
                          <a:latin typeface="+mn-lt"/>
                          <a:ea typeface="+mn-ea"/>
                          <a:cs typeface="+mn-cs"/>
                        </a:rPr>
                        <a:t>rutrum</a:t>
                      </a:r>
                      <a:r>
                        <a:rPr lang="en-US" sz="1800" b="0" i="0" kern="1200" dirty="0">
                          <a:solidFill>
                            <a:schemeClr val="dk1"/>
                          </a:solidFill>
                          <a:effectLst/>
                          <a:latin typeface="+mn-lt"/>
                          <a:ea typeface="+mn-ea"/>
                          <a:cs typeface="+mn-cs"/>
                        </a:rPr>
                        <a:t>. Nunc </a:t>
                      </a:r>
                      <a:r>
                        <a:rPr lang="en-US" sz="1800" b="0" i="0" kern="1200" dirty="0" err="1">
                          <a:solidFill>
                            <a:schemeClr val="dk1"/>
                          </a:solidFill>
                          <a:effectLst/>
                          <a:latin typeface="+mn-lt"/>
                          <a:ea typeface="+mn-ea"/>
                          <a:cs typeface="+mn-cs"/>
                        </a:rPr>
                        <a:t>suscipit</a:t>
                      </a:r>
                      <a:r>
                        <a:rPr lang="en-US" sz="1800" b="0" i="0" kern="1200" dirty="0">
                          <a:solidFill>
                            <a:schemeClr val="dk1"/>
                          </a:solidFill>
                          <a:effectLst/>
                          <a:latin typeface="+mn-lt"/>
                          <a:ea typeface="+mn-ea"/>
                          <a:cs typeface="+mn-cs"/>
                        </a:rPr>
                        <a:t> </a:t>
                      </a:r>
                      <a:r>
                        <a:rPr lang="en-US" sz="1800" b="0" i="0" kern="1200" dirty="0" err="1">
                          <a:solidFill>
                            <a:schemeClr val="dk1"/>
                          </a:solidFill>
                          <a:effectLst/>
                          <a:latin typeface="+mn-lt"/>
                          <a:ea typeface="+mn-ea"/>
                          <a:cs typeface="+mn-cs"/>
                        </a:rPr>
                        <a:t>euismod</a:t>
                      </a:r>
                      <a:r>
                        <a:rPr lang="en-US" sz="1800" b="0" i="0" kern="1200" dirty="0">
                          <a:solidFill>
                            <a:schemeClr val="dk1"/>
                          </a:solidFill>
                          <a:effectLst/>
                          <a:latin typeface="+mn-lt"/>
                          <a:ea typeface="+mn-ea"/>
                          <a:cs typeface="+mn-cs"/>
                        </a:rPr>
                        <a:t> magna, sit </a:t>
                      </a:r>
                      <a:r>
                        <a:rPr lang="en-US" sz="1800" b="0" i="0" kern="1200" dirty="0" err="1">
                          <a:solidFill>
                            <a:schemeClr val="dk1"/>
                          </a:solidFill>
                          <a:effectLst/>
                          <a:latin typeface="+mn-lt"/>
                          <a:ea typeface="+mn-ea"/>
                          <a:cs typeface="+mn-cs"/>
                        </a:rPr>
                        <a:t>amet</a:t>
                      </a:r>
                      <a:r>
                        <a:rPr lang="en-US" sz="1800" b="0" i="0" kern="1200" dirty="0">
                          <a:solidFill>
                            <a:schemeClr val="dk1"/>
                          </a:solidFill>
                          <a:effectLst/>
                          <a:latin typeface="+mn-lt"/>
                          <a:ea typeface="+mn-ea"/>
                          <a:cs typeface="+mn-cs"/>
                        </a:rPr>
                        <a:t> </a:t>
                      </a:r>
                      <a:r>
                        <a:rPr lang="en-US" sz="1800" b="0" i="0" kern="1200" dirty="0" err="1">
                          <a:solidFill>
                            <a:schemeClr val="dk1"/>
                          </a:solidFill>
                          <a:effectLst/>
                          <a:latin typeface="+mn-lt"/>
                          <a:ea typeface="+mn-ea"/>
                          <a:cs typeface="+mn-cs"/>
                        </a:rPr>
                        <a:t>posuere</a:t>
                      </a:r>
                      <a:r>
                        <a:rPr lang="en-US" sz="1800" b="0" i="0" kern="1200" dirty="0">
                          <a:solidFill>
                            <a:schemeClr val="dk1"/>
                          </a:solidFill>
                          <a:effectLst/>
                          <a:latin typeface="+mn-lt"/>
                          <a:ea typeface="+mn-ea"/>
                          <a:cs typeface="+mn-cs"/>
                        </a:rPr>
                        <a:t> </a:t>
                      </a:r>
                      <a:r>
                        <a:rPr lang="en-US" sz="1800" b="0" i="0" kern="1200" dirty="0" err="1">
                          <a:solidFill>
                            <a:schemeClr val="dk1"/>
                          </a:solidFill>
                          <a:effectLst/>
                          <a:latin typeface="+mn-lt"/>
                          <a:ea typeface="+mn-ea"/>
                          <a:cs typeface="+mn-cs"/>
                        </a:rPr>
                        <a:t>mauris</a:t>
                      </a:r>
                      <a:r>
                        <a:rPr lang="en-US" sz="1800" b="0" i="0" kern="1200" dirty="0">
                          <a:solidFill>
                            <a:schemeClr val="dk1"/>
                          </a:solidFill>
                          <a:effectLst/>
                          <a:latin typeface="+mn-lt"/>
                          <a:ea typeface="+mn-ea"/>
                          <a:cs typeface="+mn-cs"/>
                        </a:rPr>
                        <a:t> </a:t>
                      </a:r>
                      <a:r>
                        <a:rPr lang="en-US" sz="1800" b="0" i="0" kern="1200" dirty="0" err="1">
                          <a:solidFill>
                            <a:schemeClr val="dk1"/>
                          </a:solidFill>
                          <a:effectLst/>
                          <a:latin typeface="+mn-lt"/>
                          <a:ea typeface="+mn-ea"/>
                          <a:cs typeface="+mn-cs"/>
                        </a:rPr>
                        <a:t>viverra</a:t>
                      </a:r>
                      <a:r>
                        <a:rPr lang="en-US" sz="1800" b="0" i="0" kern="1200" dirty="0">
                          <a:solidFill>
                            <a:schemeClr val="dk1"/>
                          </a:solidFill>
                          <a:effectLst/>
                          <a:latin typeface="+mn-lt"/>
                          <a:ea typeface="+mn-ea"/>
                          <a:cs typeface="+mn-cs"/>
                        </a:rPr>
                        <a:t> </a:t>
                      </a:r>
                      <a:r>
                        <a:rPr lang="en-US" sz="1800" b="0" i="0" kern="1200" dirty="0" err="1">
                          <a:solidFill>
                            <a:schemeClr val="dk1"/>
                          </a:solidFill>
                          <a:effectLst/>
                          <a:latin typeface="+mn-lt"/>
                          <a:ea typeface="+mn-ea"/>
                          <a:cs typeface="+mn-cs"/>
                        </a:rPr>
                        <a:t>eu</a:t>
                      </a:r>
                      <a:r>
                        <a:rPr lang="en-US" sz="1800" b="0" i="0" kern="1200" dirty="0">
                          <a:solidFill>
                            <a:schemeClr val="dk1"/>
                          </a:solidFill>
                          <a:effectLst/>
                          <a:latin typeface="+mn-lt"/>
                          <a:ea typeface="+mn-ea"/>
                          <a:cs typeface="+mn-cs"/>
                        </a:rPr>
                        <a:t>. </a:t>
                      </a:r>
                      <a:r>
                        <a:rPr lang="en-US" sz="1800" b="0" i="0" kern="1200" dirty="0" err="1">
                          <a:solidFill>
                            <a:schemeClr val="dk1"/>
                          </a:solidFill>
                          <a:effectLst/>
                          <a:latin typeface="+mn-lt"/>
                          <a:ea typeface="+mn-ea"/>
                          <a:cs typeface="+mn-cs"/>
                        </a:rPr>
                        <a:t>Praesent</a:t>
                      </a:r>
                      <a:r>
                        <a:rPr lang="en-US" sz="1800" b="0" i="0" kern="1200" dirty="0">
                          <a:solidFill>
                            <a:schemeClr val="dk1"/>
                          </a:solidFill>
                          <a:effectLst/>
                          <a:latin typeface="+mn-lt"/>
                          <a:ea typeface="+mn-ea"/>
                          <a:cs typeface="+mn-cs"/>
                        </a:rPr>
                        <a:t>.</a:t>
                      </a:r>
                    </a:p>
                    <a:p>
                      <a:br>
                        <a:rPr lang="en-US" dirty="0"/>
                      </a:br>
                      <a:endParaRPr lang="en-US" dirty="0"/>
                    </a:p>
                  </a:txBody>
                  <a:tcPr>
                    <a:solidFill>
                      <a:schemeClr val="accent6">
                        <a:lumMod val="20000"/>
                        <a:lumOff val="80000"/>
                      </a:schemeClr>
                    </a:solidFill>
                  </a:tcPr>
                </a:tc>
                <a:extLst>
                  <a:ext uri="{0D108BD9-81ED-4DB2-BD59-A6C34878D82A}">
                    <a16:rowId xmlns:a16="http://schemas.microsoft.com/office/drawing/2014/main" val="2674581323"/>
                  </a:ext>
                </a:extLst>
              </a:tr>
            </a:tbl>
          </a:graphicData>
        </a:graphic>
      </p:graphicFrame>
    </p:spTree>
    <p:extLst>
      <p:ext uri="{BB962C8B-B14F-4D97-AF65-F5344CB8AC3E}">
        <p14:creationId xmlns:p14="http://schemas.microsoft.com/office/powerpoint/2010/main" val="34868898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9A34C4-C268-3FE7-EB20-1A7E594B342D}"/>
              </a:ext>
            </a:extLst>
          </p:cNvPr>
          <p:cNvSpPr>
            <a:spLocks noGrp="1"/>
          </p:cNvSpPr>
          <p:nvPr>
            <p:ph type="title"/>
          </p:nvPr>
        </p:nvSpPr>
        <p:spPr/>
        <p:txBody>
          <a:bodyPr/>
          <a:lstStyle/>
          <a:p>
            <a:r>
              <a:rPr lang="en-US" dirty="0"/>
              <a:t>Part 4</a:t>
            </a:r>
          </a:p>
        </p:txBody>
      </p:sp>
      <p:sp>
        <p:nvSpPr>
          <p:cNvPr id="3" name="Text Placeholder 2">
            <a:extLst>
              <a:ext uri="{FF2B5EF4-FFF2-40B4-BE49-F238E27FC236}">
                <a16:creationId xmlns:a16="http://schemas.microsoft.com/office/drawing/2014/main" id="{30245585-87B1-CF99-4958-E0230B23772D}"/>
              </a:ext>
            </a:extLst>
          </p:cNvPr>
          <p:cNvSpPr>
            <a:spLocks noGrp="1"/>
          </p:cNvSpPr>
          <p:nvPr>
            <p:ph type="body" idx="1"/>
          </p:nvPr>
        </p:nvSpPr>
        <p:spPr/>
        <p:txBody>
          <a:bodyPr/>
          <a:lstStyle/>
          <a:p>
            <a:r>
              <a:rPr lang="en-US" dirty="0"/>
              <a:t>Images and Videos</a:t>
            </a:r>
          </a:p>
        </p:txBody>
      </p:sp>
    </p:spTree>
    <p:extLst>
      <p:ext uri="{BB962C8B-B14F-4D97-AF65-F5344CB8AC3E}">
        <p14:creationId xmlns:p14="http://schemas.microsoft.com/office/powerpoint/2010/main" val="29115946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11BA3-A5C1-6C3F-70A9-95DA2192C3E7}"/>
              </a:ext>
            </a:extLst>
          </p:cNvPr>
          <p:cNvSpPr>
            <a:spLocks noGrp="1"/>
          </p:cNvSpPr>
          <p:nvPr>
            <p:ph type="title"/>
          </p:nvPr>
        </p:nvSpPr>
        <p:spPr/>
        <p:txBody>
          <a:bodyPr/>
          <a:lstStyle/>
          <a:p>
            <a:r>
              <a:rPr lang="en-US" dirty="0"/>
              <a:t>Dig deeper for images [57</a:t>
            </a:r>
          </a:p>
        </p:txBody>
      </p:sp>
      <p:sp>
        <p:nvSpPr>
          <p:cNvPr id="3" name="Content Placeholder 2">
            <a:extLst>
              <a:ext uri="{FF2B5EF4-FFF2-40B4-BE49-F238E27FC236}">
                <a16:creationId xmlns:a16="http://schemas.microsoft.com/office/drawing/2014/main" id="{B145B964-D2D8-AE97-2EE5-3E089D51BD11}"/>
              </a:ext>
            </a:extLst>
          </p:cNvPr>
          <p:cNvSpPr>
            <a:spLocks noGrp="1"/>
          </p:cNvSpPr>
          <p:nvPr>
            <p:ph idx="1"/>
          </p:nvPr>
        </p:nvSpPr>
        <p:spPr/>
        <p:txBody>
          <a:bodyPr/>
          <a:lstStyle/>
          <a:p>
            <a:r>
              <a:rPr lang="en-US" dirty="0"/>
              <a:t>Choose the correct stock photos.</a:t>
            </a:r>
          </a:p>
          <a:p>
            <a:r>
              <a:rPr lang="en-US" dirty="0"/>
              <a:t>Make sure photo is relevant.</a:t>
            </a:r>
          </a:p>
          <a:p>
            <a:r>
              <a:rPr lang="en-US" dirty="0"/>
              <a:t>Photo must support slide information.</a:t>
            </a:r>
          </a:p>
          <a:p>
            <a:r>
              <a:rPr lang="en-US" dirty="0"/>
              <a:t>This requires careful searching.</a:t>
            </a:r>
          </a:p>
        </p:txBody>
      </p:sp>
    </p:spTree>
    <p:extLst>
      <p:ext uri="{BB962C8B-B14F-4D97-AF65-F5344CB8AC3E}">
        <p14:creationId xmlns:p14="http://schemas.microsoft.com/office/powerpoint/2010/main" val="31966657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58A34-0F19-40A7-0DB4-CFF66FB68A2C}"/>
              </a:ext>
            </a:extLst>
          </p:cNvPr>
          <p:cNvSpPr>
            <a:spLocks noGrp="1"/>
          </p:cNvSpPr>
          <p:nvPr>
            <p:ph type="title"/>
          </p:nvPr>
        </p:nvSpPr>
        <p:spPr/>
        <p:txBody>
          <a:bodyPr/>
          <a:lstStyle/>
          <a:p>
            <a:r>
              <a:rPr lang="en-US" dirty="0"/>
              <a:t>Find the Issue (From </a:t>
            </a:r>
            <a:r>
              <a:rPr lang="en-US" i="1" dirty="0"/>
              <a:t>my presentation!</a:t>
            </a:r>
            <a:r>
              <a:rPr lang="en-US" dirty="0"/>
              <a:t>)</a:t>
            </a:r>
            <a:br>
              <a:rPr lang="en-US" dirty="0"/>
            </a:br>
            <a:r>
              <a:rPr lang="en-US" dirty="0"/>
              <a:t>What </a:t>
            </a:r>
            <a:r>
              <a:rPr lang="en-US"/>
              <a:t>is communication?</a:t>
            </a:r>
            <a:endParaRPr lang="en-US" dirty="0"/>
          </a:p>
        </p:txBody>
      </p:sp>
      <p:sp>
        <p:nvSpPr>
          <p:cNvPr id="3" name="Content Placeholder 2">
            <a:extLst>
              <a:ext uri="{FF2B5EF4-FFF2-40B4-BE49-F238E27FC236}">
                <a16:creationId xmlns:a16="http://schemas.microsoft.com/office/drawing/2014/main" id="{81190F85-7C16-2618-8548-20480B7EFF32}"/>
              </a:ext>
            </a:extLst>
          </p:cNvPr>
          <p:cNvSpPr>
            <a:spLocks noGrp="1"/>
          </p:cNvSpPr>
          <p:nvPr>
            <p:ph sz="half" idx="1"/>
          </p:nvPr>
        </p:nvSpPr>
        <p:spPr/>
        <p:txBody>
          <a:bodyPr/>
          <a:lstStyle/>
          <a:p>
            <a:pPr marL="0" indent="0">
              <a:buNone/>
            </a:pPr>
            <a:r>
              <a:rPr lang="en-US" dirty="0">
                <a:cs typeface="Calibri"/>
              </a:rPr>
              <a:t>Transmitting information.</a:t>
            </a:r>
          </a:p>
          <a:p>
            <a:pPr marL="0" indent="0">
              <a:buNone/>
            </a:pPr>
            <a:endParaRPr lang="en-US" dirty="0">
              <a:cs typeface="Calibri"/>
            </a:endParaRPr>
          </a:p>
          <a:p>
            <a:pPr marL="0" indent="0">
              <a:buNone/>
            </a:pPr>
            <a:r>
              <a:rPr lang="en-US" dirty="0">
                <a:cs typeface="Calibri"/>
              </a:rPr>
              <a:t>Speaking or Body Language</a:t>
            </a:r>
          </a:p>
          <a:p>
            <a:pPr marL="0" indent="0">
              <a:buNone/>
            </a:pPr>
            <a:endParaRPr lang="en-US" dirty="0">
              <a:cs typeface="Calibri"/>
            </a:endParaRPr>
          </a:p>
          <a:p>
            <a:pPr marL="0" indent="0">
              <a:buNone/>
            </a:pPr>
            <a:r>
              <a:rPr lang="en-US" dirty="0">
                <a:cs typeface="Calibri"/>
              </a:rPr>
              <a:t>Visual Aides or Written Media</a:t>
            </a:r>
          </a:p>
        </p:txBody>
      </p:sp>
      <p:pic>
        <p:nvPicPr>
          <p:cNvPr id="5" name="Content Placeholder 4" descr="What Is Communication and How to Use It Effectively">
            <a:extLst>
              <a:ext uri="{FF2B5EF4-FFF2-40B4-BE49-F238E27FC236}">
                <a16:creationId xmlns:a16="http://schemas.microsoft.com/office/drawing/2014/main" id="{BB153A64-F459-894E-833A-E49AD65364B5}"/>
              </a:ext>
            </a:extLst>
          </p:cNvPr>
          <p:cNvPicPr>
            <a:picLocks noGrp="1" noChangeAspect="1" noChangeArrowheads="1"/>
          </p:cNvPicPr>
          <p:nvPr>
            <p:ph sz="half" idx="2"/>
          </p:nvPr>
        </p:nvPicPr>
        <p:blipFill>
          <a:blip r:embed="rId2" r:link="rId3" cstate="print">
            <a:extLst>
              <a:ext uri="{28A0092B-C50C-407E-A947-70E740481C1C}">
                <a14:useLocalDpi xmlns:a14="http://schemas.microsoft.com/office/drawing/2010/main" val="0"/>
              </a:ext>
            </a:extLst>
          </a:blip>
          <a:stretch>
            <a:fillRect/>
          </a:stretch>
        </p:blipFill>
        <p:spPr bwMode="auto">
          <a:xfrm>
            <a:off x="6413500" y="2190221"/>
            <a:ext cx="4645025" cy="30966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8034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46CA1D-0069-B066-9DDB-3ECBB5ED1C5E}"/>
              </a:ext>
            </a:extLst>
          </p:cNvPr>
          <p:cNvSpPr>
            <a:spLocks noGrp="1"/>
          </p:cNvSpPr>
          <p:nvPr>
            <p:ph type="title"/>
          </p:nvPr>
        </p:nvSpPr>
        <p:spPr/>
        <p:txBody>
          <a:bodyPr/>
          <a:lstStyle/>
          <a:p>
            <a:r>
              <a:rPr lang="en-US" dirty="0"/>
              <a:t>The picture doesn’t relate to what I’m saying!</a:t>
            </a:r>
          </a:p>
        </p:txBody>
      </p:sp>
      <p:sp>
        <p:nvSpPr>
          <p:cNvPr id="3" name="Text Placeholder 2">
            <a:extLst>
              <a:ext uri="{FF2B5EF4-FFF2-40B4-BE49-F238E27FC236}">
                <a16:creationId xmlns:a16="http://schemas.microsoft.com/office/drawing/2014/main" id="{A35704BF-11F9-35F6-F97F-15D52CD72BCA}"/>
              </a:ext>
            </a:extLst>
          </p:cNvPr>
          <p:cNvSpPr>
            <a:spLocks noGrp="1"/>
          </p:cNvSpPr>
          <p:nvPr>
            <p:ph type="body" idx="1"/>
          </p:nvPr>
        </p:nvSpPr>
        <p:spPr/>
        <p:txBody>
          <a:bodyPr/>
          <a:lstStyle/>
          <a:p>
            <a:r>
              <a:rPr lang="en-US" dirty="0"/>
              <a:t>Make sure your picture matches your ideas.</a:t>
            </a:r>
          </a:p>
        </p:txBody>
      </p:sp>
    </p:spTree>
    <p:extLst>
      <p:ext uri="{BB962C8B-B14F-4D97-AF65-F5344CB8AC3E}">
        <p14:creationId xmlns:p14="http://schemas.microsoft.com/office/powerpoint/2010/main" val="386800067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D2887-FC46-C2C9-9881-C6699A9F014E}"/>
              </a:ext>
            </a:extLst>
          </p:cNvPr>
          <p:cNvSpPr>
            <a:spLocks noGrp="1"/>
          </p:cNvSpPr>
          <p:nvPr>
            <p:ph type="title"/>
          </p:nvPr>
        </p:nvSpPr>
        <p:spPr/>
        <p:txBody>
          <a:bodyPr/>
          <a:lstStyle/>
          <a:p>
            <a:r>
              <a:rPr lang="en-US" dirty="0"/>
              <a:t>My Improved Version (Took Me 4 Tries)</a:t>
            </a:r>
            <a:br>
              <a:rPr lang="en-US" dirty="0"/>
            </a:br>
            <a:r>
              <a:rPr lang="en-US" dirty="0"/>
              <a:t>What is communication?</a:t>
            </a:r>
          </a:p>
        </p:txBody>
      </p:sp>
      <p:sp>
        <p:nvSpPr>
          <p:cNvPr id="3" name="Content Placeholder 2">
            <a:extLst>
              <a:ext uri="{FF2B5EF4-FFF2-40B4-BE49-F238E27FC236}">
                <a16:creationId xmlns:a16="http://schemas.microsoft.com/office/drawing/2014/main" id="{C3BB8C2A-B5CA-7E23-9EA8-D4BBA5BA2DA7}"/>
              </a:ext>
            </a:extLst>
          </p:cNvPr>
          <p:cNvSpPr>
            <a:spLocks noGrp="1"/>
          </p:cNvSpPr>
          <p:nvPr>
            <p:ph sz="half" idx="1"/>
          </p:nvPr>
        </p:nvSpPr>
        <p:spPr/>
        <p:txBody>
          <a:bodyPr/>
          <a:lstStyle/>
          <a:p>
            <a:pPr marL="0" indent="0">
              <a:buNone/>
            </a:pPr>
            <a:r>
              <a:rPr lang="en-US" dirty="0">
                <a:cs typeface="Calibri"/>
              </a:rPr>
              <a:t>Sender transmitting information to receiver.</a:t>
            </a:r>
          </a:p>
          <a:p>
            <a:pPr marL="0" indent="0">
              <a:buNone/>
            </a:pPr>
            <a:endParaRPr lang="en-US" dirty="0">
              <a:cs typeface="Calibri"/>
            </a:endParaRPr>
          </a:p>
          <a:p>
            <a:pPr marL="0" indent="0">
              <a:buNone/>
            </a:pPr>
            <a:r>
              <a:rPr lang="en-US" dirty="0">
                <a:cs typeface="Calibri"/>
              </a:rPr>
              <a:t>Ways of transmitting include</a:t>
            </a:r>
          </a:p>
          <a:p>
            <a:r>
              <a:rPr lang="en-US" dirty="0">
                <a:cs typeface="Calibri"/>
              </a:rPr>
              <a:t>Speaking </a:t>
            </a:r>
          </a:p>
          <a:p>
            <a:r>
              <a:rPr lang="en-US" dirty="0">
                <a:cs typeface="Calibri"/>
              </a:rPr>
              <a:t>Body Language</a:t>
            </a:r>
          </a:p>
          <a:p>
            <a:r>
              <a:rPr lang="en-US" dirty="0">
                <a:cs typeface="Calibri"/>
              </a:rPr>
              <a:t>Visual Aides or Written Media</a:t>
            </a:r>
          </a:p>
        </p:txBody>
      </p:sp>
      <p:pic>
        <p:nvPicPr>
          <p:cNvPr id="1026" name="Picture 2">
            <a:extLst>
              <a:ext uri="{FF2B5EF4-FFF2-40B4-BE49-F238E27FC236}">
                <a16:creationId xmlns:a16="http://schemas.microsoft.com/office/drawing/2014/main" id="{B186BB70-B558-FCAC-2FAC-3BBF9851C708}"/>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tretch>
            <a:fillRect/>
          </a:stretch>
        </p:blipFill>
        <p:spPr bwMode="auto">
          <a:xfrm>
            <a:off x="6413500" y="2307265"/>
            <a:ext cx="4645025" cy="28625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617185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44F73B-90BD-7BBE-8C97-269D20978A28}"/>
              </a:ext>
            </a:extLst>
          </p:cNvPr>
          <p:cNvSpPr>
            <a:spLocks noGrp="1"/>
          </p:cNvSpPr>
          <p:nvPr>
            <p:ph type="title"/>
          </p:nvPr>
        </p:nvSpPr>
        <p:spPr/>
        <p:txBody>
          <a:bodyPr/>
          <a:lstStyle/>
          <a:p>
            <a:r>
              <a:rPr lang="en-US" dirty="0"/>
              <a:t>Avoid overly long videos.</a:t>
            </a:r>
          </a:p>
        </p:txBody>
      </p:sp>
      <p:graphicFrame>
        <p:nvGraphicFramePr>
          <p:cNvPr id="6" name="Content Placeholder 5">
            <a:extLst>
              <a:ext uri="{FF2B5EF4-FFF2-40B4-BE49-F238E27FC236}">
                <a16:creationId xmlns:a16="http://schemas.microsoft.com/office/drawing/2014/main" id="{926B9D6A-9A67-0151-DE3F-B30568B81DB2}"/>
              </a:ext>
            </a:extLst>
          </p:cNvPr>
          <p:cNvGraphicFramePr>
            <a:graphicFrameLocks noGrp="1"/>
          </p:cNvGraphicFramePr>
          <p:nvPr>
            <p:ph idx="1"/>
            <p:extLst>
              <p:ext uri="{D42A27DB-BD31-4B8C-83A1-F6EECF244321}">
                <p14:modId xmlns:p14="http://schemas.microsoft.com/office/powerpoint/2010/main" val="3170939343"/>
              </p:ext>
            </p:extLst>
          </p:nvPr>
        </p:nvGraphicFramePr>
        <p:xfrm>
          <a:off x="1451579" y="2015732"/>
          <a:ext cx="9603275" cy="34506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954203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C01D4-8FF4-81EB-E712-7907E0E123A6}"/>
              </a:ext>
            </a:extLst>
          </p:cNvPr>
          <p:cNvSpPr>
            <a:spLocks noGrp="1"/>
          </p:cNvSpPr>
          <p:nvPr>
            <p:ph type="title"/>
          </p:nvPr>
        </p:nvSpPr>
        <p:spPr/>
        <p:txBody>
          <a:bodyPr/>
          <a:lstStyle/>
          <a:p>
            <a:r>
              <a:rPr lang="en-US" dirty="0"/>
              <a:t>Too Long vs Just Right</a:t>
            </a:r>
          </a:p>
        </p:txBody>
      </p:sp>
      <p:sp>
        <p:nvSpPr>
          <p:cNvPr id="3" name="Text Placeholder 2">
            <a:extLst>
              <a:ext uri="{FF2B5EF4-FFF2-40B4-BE49-F238E27FC236}">
                <a16:creationId xmlns:a16="http://schemas.microsoft.com/office/drawing/2014/main" id="{4D448A1D-9DD3-947E-EFFF-DC90FABFE975}"/>
              </a:ext>
            </a:extLst>
          </p:cNvPr>
          <p:cNvSpPr>
            <a:spLocks noGrp="1"/>
          </p:cNvSpPr>
          <p:nvPr>
            <p:ph type="body" idx="1"/>
          </p:nvPr>
        </p:nvSpPr>
        <p:spPr/>
        <p:txBody>
          <a:bodyPr>
            <a:normAutofit fontScale="70000" lnSpcReduction="20000"/>
          </a:bodyPr>
          <a:lstStyle/>
          <a:p>
            <a:r>
              <a:rPr lang="en-US" dirty="0"/>
              <a:t>Only Include part of the video</a:t>
            </a:r>
          </a:p>
          <a:p>
            <a:r>
              <a:rPr lang="en-US" dirty="0"/>
              <a:t>Don’t subject audience to the whole thing</a:t>
            </a:r>
          </a:p>
        </p:txBody>
      </p:sp>
      <p:pic>
        <p:nvPicPr>
          <p:cNvPr id="7" name="Online Media 6" title="Think Fast, Talk Smart: Communication Techniques">
            <a:hlinkClick r:id="" action="ppaction://media"/>
            <a:extLst>
              <a:ext uri="{FF2B5EF4-FFF2-40B4-BE49-F238E27FC236}">
                <a16:creationId xmlns:a16="http://schemas.microsoft.com/office/drawing/2014/main" id="{E14E3E0B-20FF-6CF7-46DF-6D32A98C4391}"/>
              </a:ext>
            </a:extLst>
          </p:cNvPr>
          <p:cNvPicPr>
            <a:picLocks noGrp="1" noRot="1" noChangeAspect="1"/>
          </p:cNvPicPr>
          <p:nvPr>
            <p:ph sz="half" idx="2"/>
            <a:videoFile r:link="rId1"/>
          </p:nvPr>
        </p:nvPicPr>
        <p:blipFill>
          <a:blip r:embed="rId4"/>
          <a:stretch>
            <a:fillRect/>
          </a:stretch>
        </p:blipFill>
        <p:spPr>
          <a:xfrm>
            <a:off x="1447191" y="2980559"/>
            <a:ext cx="3964101" cy="2239717"/>
          </a:xfrm>
          <a:prstGeom prst="rect">
            <a:avLst/>
          </a:prstGeom>
        </p:spPr>
      </p:pic>
      <p:sp>
        <p:nvSpPr>
          <p:cNvPr id="5" name="Text Placeholder 4">
            <a:extLst>
              <a:ext uri="{FF2B5EF4-FFF2-40B4-BE49-F238E27FC236}">
                <a16:creationId xmlns:a16="http://schemas.microsoft.com/office/drawing/2014/main" id="{B254F146-04AF-EB14-6EC9-2BA61E949B3B}"/>
              </a:ext>
            </a:extLst>
          </p:cNvPr>
          <p:cNvSpPr>
            <a:spLocks noGrp="1"/>
          </p:cNvSpPr>
          <p:nvPr>
            <p:ph type="body" sz="quarter" idx="3"/>
          </p:nvPr>
        </p:nvSpPr>
        <p:spPr/>
        <p:txBody>
          <a:bodyPr>
            <a:normAutofit fontScale="70000" lnSpcReduction="20000"/>
          </a:bodyPr>
          <a:lstStyle/>
          <a:p>
            <a:r>
              <a:rPr lang="en-US" dirty="0"/>
              <a:t>Can include the whole video</a:t>
            </a:r>
          </a:p>
          <a:p>
            <a:r>
              <a:rPr lang="en-US" dirty="0"/>
              <a:t>Acts as a change of pace</a:t>
            </a:r>
          </a:p>
        </p:txBody>
      </p:sp>
      <p:pic>
        <p:nvPicPr>
          <p:cNvPr id="8" name="Online Media 7" title="Effective Communication">
            <a:hlinkClick r:id="" action="ppaction://media"/>
            <a:extLst>
              <a:ext uri="{FF2B5EF4-FFF2-40B4-BE49-F238E27FC236}">
                <a16:creationId xmlns:a16="http://schemas.microsoft.com/office/drawing/2014/main" id="{8FD78AC9-F1EC-049E-02AB-89894401DF29}"/>
              </a:ext>
            </a:extLst>
          </p:cNvPr>
          <p:cNvPicPr>
            <a:picLocks noGrp="1" noRot="1" noChangeAspect="1"/>
          </p:cNvPicPr>
          <p:nvPr>
            <p:ph sz="quarter" idx="4"/>
            <a:videoFile r:link="rId2"/>
          </p:nvPr>
        </p:nvPicPr>
        <p:blipFill>
          <a:blip r:embed="rId5"/>
          <a:stretch>
            <a:fillRect/>
          </a:stretch>
        </p:blipFill>
        <p:spPr>
          <a:xfrm>
            <a:off x="6412362" y="2980559"/>
            <a:ext cx="3964101" cy="2239717"/>
          </a:xfrm>
          <a:prstGeom prst="rect">
            <a:avLst/>
          </a:prstGeom>
        </p:spPr>
      </p:pic>
    </p:spTree>
    <p:extLst>
      <p:ext uri="{BB962C8B-B14F-4D97-AF65-F5344CB8AC3E}">
        <p14:creationId xmlns:p14="http://schemas.microsoft.com/office/powerpoint/2010/main" val="2272400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7"/>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7"/>
                </p:tgtEl>
              </p:cMediaNode>
            </p:video>
            <p:seq concurrent="1" nextAc="seek">
              <p:cTn id="12" restart="whenNotActive" fill="hold" evtFilter="cancelBubble" nodeType="interactiveSeq">
                <p:stCondLst>
                  <p:cond evt="onClick" delay="0">
                    <p:tgtEl>
                      <p:spTgt spid="7"/>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7"/>
                                        </p:tgtEl>
                                      </p:cBhvr>
                                    </p:cmd>
                                  </p:childTnLst>
                                </p:cTn>
                              </p:par>
                            </p:childTnLst>
                          </p:cTn>
                        </p:par>
                      </p:childTnLst>
                    </p:cTn>
                  </p:par>
                </p:childTnLst>
              </p:cTn>
              <p:nextCondLst>
                <p:cond evt="onClick" delay="0">
                  <p:tgtEl>
                    <p:spTgt spid="7"/>
                  </p:tgtEl>
                </p:cond>
              </p:nextCondLst>
            </p:seq>
            <p:video>
              <p:cMediaNode vol="80000">
                <p:cTn id="17" fill="hold" display="0">
                  <p:stCondLst>
                    <p:cond delay="indefinite"/>
                  </p:stCondLst>
                </p:cTn>
                <p:tgtEl>
                  <p:spTgt spid="8"/>
                </p:tgtEl>
              </p:cMediaNode>
            </p:video>
            <p:seq concurrent="1" nextAc="seek">
              <p:cTn id="18" restart="whenNotActive" fill="hold" evtFilter="cancelBubble" nodeType="interactiveSeq">
                <p:stCondLst>
                  <p:cond evt="onClick" delay="0">
                    <p:tgtEl>
                      <p:spTgt spid="8"/>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8"/>
                                        </p:tgtEl>
                                      </p:cBhvr>
                                    </p:cmd>
                                  </p:childTnLst>
                                </p:cTn>
                              </p:par>
                            </p:childTnLst>
                          </p:cTn>
                        </p:par>
                      </p:childTnLst>
                    </p:cTn>
                  </p:par>
                </p:childTnLst>
              </p:cTn>
              <p:nextCondLst>
                <p:cond evt="onClick" delay="0">
                  <p:tgtEl>
                    <p:spTgt spid="8"/>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7EC6B-29A6-D307-D35D-5849ED4B84F7}"/>
              </a:ext>
            </a:extLst>
          </p:cNvPr>
          <p:cNvSpPr>
            <a:spLocks noGrp="1"/>
          </p:cNvSpPr>
          <p:nvPr>
            <p:ph type="title"/>
          </p:nvPr>
        </p:nvSpPr>
        <p:spPr/>
        <p:txBody>
          <a:bodyPr/>
          <a:lstStyle/>
          <a:p>
            <a:r>
              <a:rPr lang="en-US" dirty="0"/>
              <a:t>Conclusion</a:t>
            </a:r>
          </a:p>
        </p:txBody>
      </p:sp>
      <p:sp>
        <p:nvSpPr>
          <p:cNvPr id="3" name="Text Placeholder 2">
            <a:extLst>
              <a:ext uri="{FF2B5EF4-FFF2-40B4-BE49-F238E27FC236}">
                <a16:creationId xmlns:a16="http://schemas.microsoft.com/office/drawing/2014/main" id="{A3D83548-DE36-753B-B77D-79A6FCC11671}"/>
              </a:ext>
            </a:extLst>
          </p:cNvPr>
          <p:cNvSpPr>
            <a:spLocks noGrp="1"/>
          </p:cNvSpPr>
          <p:nvPr>
            <p:ph type="body" idx="1"/>
          </p:nvPr>
        </p:nvSpPr>
        <p:spPr/>
        <p:txBody>
          <a:bodyPr/>
          <a:lstStyle/>
          <a:p>
            <a:r>
              <a:rPr lang="en-US" dirty="0"/>
              <a:t>Avoid</a:t>
            </a:r>
          </a:p>
        </p:txBody>
      </p:sp>
      <p:sp>
        <p:nvSpPr>
          <p:cNvPr id="4" name="Content Placeholder 3">
            <a:extLst>
              <a:ext uri="{FF2B5EF4-FFF2-40B4-BE49-F238E27FC236}">
                <a16:creationId xmlns:a16="http://schemas.microsoft.com/office/drawing/2014/main" id="{6F4336C8-7403-1A27-56FA-E4FEAA24AC80}"/>
              </a:ext>
            </a:extLst>
          </p:cNvPr>
          <p:cNvSpPr>
            <a:spLocks noGrp="1"/>
          </p:cNvSpPr>
          <p:nvPr>
            <p:ph sz="half" idx="2"/>
          </p:nvPr>
        </p:nvSpPr>
        <p:spPr/>
        <p:txBody>
          <a:bodyPr>
            <a:normAutofit/>
          </a:bodyPr>
          <a:lstStyle/>
          <a:p>
            <a:r>
              <a:rPr lang="en-US" dirty="0"/>
              <a:t>Silly fonts</a:t>
            </a:r>
          </a:p>
          <a:p>
            <a:r>
              <a:rPr lang="en-US" dirty="0"/>
              <a:t>Long text that keeps focus on writing.</a:t>
            </a:r>
          </a:p>
          <a:p>
            <a:r>
              <a:rPr lang="en-US" dirty="0"/>
              <a:t>Excessive Effects (Especially Random)</a:t>
            </a:r>
          </a:p>
          <a:p>
            <a:r>
              <a:rPr lang="en-US" dirty="0"/>
              <a:t>Unfitting Images</a:t>
            </a:r>
          </a:p>
          <a:p>
            <a:r>
              <a:rPr lang="en-US" dirty="0"/>
              <a:t>Long videos</a:t>
            </a:r>
          </a:p>
        </p:txBody>
      </p:sp>
      <p:sp>
        <p:nvSpPr>
          <p:cNvPr id="5" name="Text Placeholder 4">
            <a:extLst>
              <a:ext uri="{FF2B5EF4-FFF2-40B4-BE49-F238E27FC236}">
                <a16:creationId xmlns:a16="http://schemas.microsoft.com/office/drawing/2014/main" id="{D9F5E775-409E-1A9D-D1FB-B542980333FF}"/>
              </a:ext>
            </a:extLst>
          </p:cNvPr>
          <p:cNvSpPr>
            <a:spLocks noGrp="1"/>
          </p:cNvSpPr>
          <p:nvPr>
            <p:ph type="body" sz="quarter" idx="3"/>
          </p:nvPr>
        </p:nvSpPr>
        <p:spPr/>
        <p:txBody>
          <a:bodyPr/>
          <a:lstStyle/>
          <a:p>
            <a:r>
              <a:rPr lang="en-US" dirty="0"/>
              <a:t>Instead Use</a:t>
            </a:r>
          </a:p>
        </p:txBody>
      </p:sp>
      <p:sp>
        <p:nvSpPr>
          <p:cNvPr id="10" name="Content Placeholder 9">
            <a:extLst>
              <a:ext uri="{FF2B5EF4-FFF2-40B4-BE49-F238E27FC236}">
                <a16:creationId xmlns:a16="http://schemas.microsoft.com/office/drawing/2014/main" id="{5DDBAA6D-5E3E-42BC-0FA6-8D10A9718419}"/>
              </a:ext>
            </a:extLst>
          </p:cNvPr>
          <p:cNvSpPr>
            <a:spLocks noGrp="1"/>
          </p:cNvSpPr>
          <p:nvPr>
            <p:ph sz="quarter" idx="4"/>
          </p:nvPr>
        </p:nvSpPr>
        <p:spPr/>
        <p:txBody>
          <a:bodyPr/>
          <a:lstStyle/>
          <a:p>
            <a:pPr lvl="0"/>
            <a:r>
              <a:rPr lang="en-US" dirty="0"/>
              <a:t>Stylish or basic fonts</a:t>
            </a:r>
          </a:p>
          <a:p>
            <a:pPr lvl="0"/>
            <a:r>
              <a:rPr lang="en-US" dirty="0"/>
              <a:t>Short text that keeps focus on speech.</a:t>
            </a:r>
          </a:p>
          <a:p>
            <a:pPr lvl="0"/>
            <a:r>
              <a:rPr lang="en-US" dirty="0"/>
              <a:t>A few effects at most</a:t>
            </a:r>
          </a:p>
          <a:p>
            <a:pPr lvl="0"/>
            <a:r>
              <a:rPr lang="en-US" dirty="0"/>
              <a:t>Images that are just right</a:t>
            </a:r>
          </a:p>
          <a:p>
            <a:pPr lvl="0"/>
            <a:r>
              <a:rPr lang="en-US" dirty="0"/>
              <a:t>Short videos or part of a long video</a:t>
            </a:r>
          </a:p>
        </p:txBody>
      </p:sp>
    </p:spTree>
    <p:extLst>
      <p:ext uri="{BB962C8B-B14F-4D97-AF65-F5344CB8AC3E}">
        <p14:creationId xmlns:p14="http://schemas.microsoft.com/office/powerpoint/2010/main" val="25332625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CC5BBD-1AD5-40F8-DCB7-C6995BD544B6}"/>
              </a:ext>
            </a:extLst>
          </p:cNvPr>
          <p:cNvSpPr>
            <a:spLocks noGrp="1"/>
          </p:cNvSpPr>
          <p:nvPr>
            <p:ph type="title"/>
          </p:nvPr>
        </p:nvSpPr>
        <p:spPr/>
        <p:txBody>
          <a:bodyPr/>
          <a:lstStyle/>
          <a:p>
            <a:r>
              <a:rPr lang="en-US" dirty="0"/>
              <a:t>Final Message</a:t>
            </a:r>
          </a:p>
        </p:txBody>
      </p:sp>
      <p:graphicFrame>
        <p:nvGraphicFramePr>
          <p:cNvPr id="9" name="Content Placeholder 8">
            <a:extLst>
              <a:ext uri="{FF2B5EF4-FFF2-40B4-BE49-F238E27FC236}">
                <a16:creationId xmlns:a16="http://schemas.microsoft.com/office/drawing/2014/main" id="{87F9A078-F68C-811A-2740-4CD88A4CA106}"/>
              </a:ext>
            </a:extLst>
          </p:cNvPr>
          <p:cNvGraphicFramePr>
            <a:graphicFrameLocks noGrp="1"/>
          </p:cNvGraphicFramePr>
          <p:nvPr>
            <p:ph idx="1"/>
            <p:extLst>
              <p:ext uri="{D42A27DB-BD31-4B8C-83A1-F6EECF244321}">
                <p14:modId xmlns:p14="http://schemas.microsoft.com/office/powerpoint/2010/main" val="3529153373"/>
              </p:ext>
            </p:extLst>
          </p:nvPr>
        </p:nvGraphicFramePr>
        <p:xfrm>
          <a:off x="1451580" y="2015732"/>
          <a:ext cx="5001472" cy="34506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2054" name="Picture 6" descr="Small daily improvements over time lead to stunning results. - Robin Sharma">
            <a:extLst>
              <a:ext uri="{FF2B5EF4-FFF2-40B4-BE49-F238E27FC236}">
                <a16:creationId xmlns:a16="http://schemas.microsoft.com/office/drawing/2014/main" id="{906DE658-A21F-F0F9-F441-5BE60C0B665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109871" y="2015732"/>
            <a:ext cx="3944983" cy="39449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81174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5836AC-08FC-B540-DFE9-253097E9822B}"/>
              </a:ext>
            </a:extLst>
          </p:cNvPr>
          <p:cNvSpPr>
            <a:spLocks noGrp="1"/>
          </p:cNvSpPr>
          <p:nvPr>
            <p:ph type="title"/>
          </p:nvPr>
        </p:nvSpPr>
        <p:spPr/>
        <p:txBody>
          <a:bodyPr/>
          <a:lstStyle/>
          <a:p>
            <a:r>
              <a:rPr lang="en-US" dirty="0"/>
              <a:t>Works Cited</a:t>
            </a:r>
          </a:p>
        </p:txBody>
      </p:sp>
      <p:sp>
        <p:nvSpPr>
          <p:cNvPr id="3" name="Content Placeholder 2">
            <a:extLst>
              <a:ext uri="{FF2B5EF4-FFF2-40B4-BE49-F238E27FC236}">
                <a16:creationId xmlns:a16="http://schemas.microsoft.com/office/drawing/2014/main" id="{C216B09E-BD15-75BD-7E60-D559814632DC}"/>
              </a:ext>
            </a:extLst>
          </p:cNvPr>
          <p:cNvSpPr>
            <a:spLocks noGrp="1"/>
          </p:cNvSpPr>
          <p:nvPr>
            <p:ph idx="1"/>
          </p:nvPr>
        </p:nvSpPr>
        <p:spPr/>
        <p:txBody>
          <a:bodyPr>
            <a:normAutofit fontScale="77500" lnSpcReduction="20000"/>
          </a:bodyPr>
          <a:lstStyle/>
          <a:p>
            <a:pPr marL="514350" indent="-514350">
              <a:buFont typeface="+mj-lt"/>
              <a:buAutoNum type="arabicPeriod"/>
            </a:pPr>
            <a:r>
              <a:rPr lang="en-US" u="sng" dirty="0">
                <a:solidFill>
                  <a:srgbClr val="0563C1"/>
                </a:solidFill>
                <a:ea typeface="Calibri" panose="020F0502020204030204" pitchFamily="34" charset="0"/>
                <a:cs typeface="Times New Roman" panose="02020603050405020304" pitchFamily="18" charset="0"/>
                <a:hlinkClick r:id="rId2"/>
              </a:rPr>
              <a:t>https://www.annualreviews.org/content/journals/10.1146/annurev-med-060619-022943</a:t>
            </a:r>
          </a:p>
          <a:p>
            <a:pPr marL="514350" indent="-514350">
              <a:buFont typeface="+mj-lt"/>
              <a:buAutoNum type="arabicPeriod"/>
            </a:pPr>
            <a:r>
              <a:rPr lang="en-US" dirty="0">
                <a:hlinkClick r:id="rId3"/>
              </a:rPr>
              <a:t>https://www.mayoclinic.org/diseases-conditions/depression/in-depth/depression-and-exercise/art-20046495</a:t>
            </a:r>
            <a:endParaRPr lang="en-US" u="sng" dirty="0">
              <a:solidFill>
                <a:srgbClr val="0563C1"/>
              </a:solidFill>
              <a:ea typeface="Calibri" panose="020F0502020204030204" pitchFamily="34" charset="0"/>
              <a:cs typeface="Times New Roman" panose="02020603050405020304" pitchFamily="18" charset="0"/>
              <a:hlinkClick r:id="rId2"/>
            </a:endParaRPr>
          </a:p>
          <a:p>
            <a:pPr marL="514350" indent="-514350">
              <a:buFont typeface="+mj-lt"/>
              <a:buAutoNum type="arabicPeriod"/>
            </a:pPr>
            <a:r>
              <a:rPr lang="en-US" u="sng" dirty="0">
                <a:solidFill>
                  <a:srgbClr val="0563C1"/>
                </a:solidFill>
                <a:ea typeface="Calibri" panose="020F0502020204030204" pitchFamily="34" charset="0"/>
                <a:cs typeface="Times New Roman" panose="02020603050405020304" pitchFamily="18" charset="0"/>
                <a:hlinkClick r:id="rId2"/>
              </a:rPr>
              <a:t>https://en.wikipedia.org/wiki/Gravity</a:t>
            </a:r>
          </a:p>
          <a:p>
            <a:pPr marL="514350" indent="-514350">
              <a:buFont typeface="+mj-lt"/>
              <a:buAutoNum type="arabicPeriod"/>
            </a:pPr>
            <a:r>
              <a:rPr lang="en-US" u="sng" dirty="0">
                <a:solidFill>
                  <a:srgbClr val="0563C1"/>
                </a:solidFill>
                <a:effectLst/>
                <a:ea typeface="Calibri" panose="020F0502020204030204" pitchFamily="34" charset="0"/>
                <a:cs typeface="Times New Roman" panose="02020603050405020304" pitchFamily="18" charset="0"/>
                <a:hlinkClick r:id="rId2"/>
              </a:rPr>
              <a:t>https://spaceplace.nasa.gov/what-is-gravity/en/</a:t>
            </a:r>
          </a:p>
          <a:p>
            <a:pPr marL="514350" indent="-514350">
              <a:buFont typeface="+mj-lt"/>
              <a:buAutoNum type="arabicPeriod"/>
            </a:pPr>
            <a:r>
              <a:rPr lang="en-US" u="sng" dirty="0">
                <a:solidFill>
                  <a:srgbClr val="0563C1"/>
                </a:solidFill>
                <a:effectLst/>
                <a:ea typeface="Calibri" panose="020F0502020204030204" pitchFamily="34" charset="0"/>
                <a:cs typeface="Times New Roman" panose="02020603050405020304" pitchFamily="18" charset="0"/>
                <a:hlinkClick r:id="rId2"/>
              </a:rPr>
              <a:t>https://designshack.net/articles/software/presentation-design-mistakes-to-avoid/</a:t>
            </a:r>
            <a:endParaRPr lang="en-US" u="sng" dirty="0">
              <a:solidFill>
                <a:srgbClr val="0563C1"/>
              </a:solidFill>
              <a:effectLst/>
              <a:ea typeface="Calibri" panose="020F0502020204030204" pitchFamily="34" charset="0"/>
              <a:cs typeface="Times New Roman" panose="02020603050405020304" pitchFamily="18" charset="0"/>
            </a:endParaRPr>
          </a:p>
          <a:p>
            <a:pPr marL="514350" indent="-514350">
              <a:buFont typeface="+mj-lt"/>
              <a:buAutoNum type="arabicPeriod"/>
            </a:pPr>
            <a:r>
              <a:rPr lang="en-US" dirty="0">
                <a:hlinkClick r:id="rId4"/>
              </a:rPr>
              <a:t>https://en.wikipedia.org/wiki/Insertion_sort</a:t>
            </a:r>
            <a:endParaRPr lang="en-US" u="sng" dirty="0">
              <a:solidFill>
                <a:srgbClr val="0563C1"/>
              </a:solidFill>
              <a:effectLst/>
              <a:ea typeface="Calibri" panose="020F0502020204030204" pitchFamily="34" charset="0"/>
              <a:cs typeface="Times New Roman" panose="02020603050405020304" pitchFamily="18" charset="0"/>
              <a:hlinkClick r:id="rId5"/>
            </a:endParaRPr>
          </a:p>
          <a:p>
            <a:pPr marL="514350" indent="-514350">
              <a:buFont typeface="+mj-lt"/>
              <a:buAutoNum type="arabicPeriod"/>
            </a:pPr>
            <a:r>
              <a:rPr lang="en-US" u="sng" dirty="0">
                <a:solidFill>
                  <a:srgbClr val="0563C1"/>
                </a:solidFill>
                <a:effectLst/>
                <a:ea typeface="Calibri" panose="020F0502020204030204" pitchFamily="34" charset="0"/>
                <a:cs typeface="Times New Roman" panose="02020603050405020304" pitchFamily="18" charset="0"/>
                <a:hlinkClick r:id="rId5"/>
              </a:rPr>
              <a:t>https://designpickle.com/creative-hub/presentation-design/presentation-dos-and-donts-what-you-need-to-know/</a:t>
            </a:r>
            <a:endParaRPr lang="en-US" u="sng" dirty="0">
              <a:solidFill>
                <a:srgbClr val="0563C1"/>
              </a:solidFill>
              <a:effectLst/>
              <a:ea typeface="Calibri" panose="020F0502020204030204" pitchFamily="34" charset="0"/>
              <a:cs typeface="Times New Roman" panose="02020603050405020304" pitchFamily="18" charset="0"/>
            </a:endParaRPr>
          </a:p>
          <a:p>
            <a:pPr marL="514350" indent="-514350">
              <a:buFont typeface="+mj-lt"/>
              <a:buAutoNum type="arabicPeriod"/>
            </a:pPr>
            <a:r>
              <a:rPr lang="en-US" dirty="0">
                <a:effectLst/>
                <a:ea typeface="Calibri" panose="020F0502020204030204" pitchFamily="34" charset="0"/>
                <a:cs typeface="Times New Roman" panose="02020603050405020304" pitchFamily="18" charset="0"/>
                <a:hlinkClick r:id="rId6"/>
              </a:rPr>
              <a:t>https://piktochart.com/blog/best-font-for-presentations/</a:t>
            </a:r>
            <a:endParaRPr lang="en-US" dirty="0">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57733044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5836AC-08FC-B540-DFE9-253097E9822B}"/>
              </a:ext>
            </a:extLst>
          </p:cNvPr>
          <p:cNvSpPr>
            <a:spLocks noGrp="1"/>
          </p:cNvSpPr>
          <p:nvPr>
            <p:ph type="title"/>
          </p:nvPr>
        </p:nvSpPr>
        <p:spPr/>
        <p:txBody>
          <a:bodyPr/>
          <a:lstStyle/>
          <a:p>
            <a:r>
              <a:rPr lang="en-US" dirty="0"/>
              <a:t>Images Cited</a:t>
            </a:r>
          </a:p>
        </p:txBody>
      </p:sp>
      <p:sp>
        <p:nvSpPr>
          <p:cNvPr id="3" name="Content Placeholder 2">
            <a:extLst>
              <a:ext uri="{FF2B5EF4-FFF2-40B4-BE49-F238E27FC236}">
                <a16:creationId xmlns:a16="http://schemas.microsoft.com/office/drawing/2014/main" id="{C216B09E-BD15-75BD-7E60-D559814632DC}"/>
              </a:ext>
            </a:extLst>
          </p:cNvPr>
          <p:cNvSpPr>
            <a:spLocks noGrp="1"/>
          </p:cNvSpPr>
          <p:nvPr>
            <p:ph idx="1"/>
          </p:nvPr>
        </p:nvSpPr>
        <p:spPr/>
        <p:txBody>
          <a:bodyPr/>
          <a:lstStyle/>
          <a:p>
            <a:pPr marL="514350" indent="-514350">
              <a:buFont typeface="+mj-lt"/>
              <a:buAutoNum type="arabicPeriod"/>
            </a:pPr>
            <a:r>
              <a:rPr lang="en-US" dirty="0">
                <a:hlinkClick r:id="rId2"/>
              </a:rPr>
              <a:t>https://cdn-icons-png.flaticon.com/512/5965/5965486.png</a:t>
            </a:r>
          </a:p>
          <a:p>
            <a:pPr marL="514350" indent="-514350">
              <a:buFont typeface="+mj-lt"/>
              <a:buAutoNum type="arabicPeriod"/>
            </a:pPr>
            <a:r>
              <a:rPr lang="en-US" dirty="0">
                <a:hlinkClick r:id="rId2"/>
              </a:rPr>
              <a:t>https://www.thoughtco.com/what-is-communication-1689877</a:t>
            </a:r>
            <a:endParaRPr lang="en-US" dirty="0"/>
          </a:p>
          <a:p>
            <a:pPr marL="514350" indent="-514350">
              <a:buFont typeface="+mj-lt"/>
              <a:buAutoNum type="arabicPeriod"/>
            </a:pPr>
            <a:r>
              <a:rPr lang="en-US" dirty="0">
                <a:hlinkClick r:id="rId3"/>
              </a:rPr>
              <a:t>https://www.linkedin.com/pulse/how-communicate-others-effective-communication-skills-youngsub-chun</a:t>
            </a:r>
            <a:endParaRPr lang="en-US" dirty="0"/>
          </a:p>
          <a:p>
            <a:pPr marL="514350" indent="-514350">
              <a:buFont typeface="+mj-lt"/>
              <a:buAutoNum type="arabicPeriod"/>
            </a:pPr>
            <a:r>
              <a:rPr lang="en-US" dirty="0">
                <a:hlinkClick r:id="rId4"/>
              </a:rPr>
              <a:t>https://worldofprintables.com/wp-content/uploads/2020/12/dalmation-dots-Free-SVG-file-for-DIY-crafts-and-Cricut.jpg.webp</a:t>
            </a:r>
            <a:endParaRPr lang="en-US" dirty="0"/>
          </a:p>
          <a:p>
            <a:pPr marL="514350" indent="-514350">
              <a:buFont typeface="+mj-lt"/>
              <a:buAutoNum type="arabicPeriod"/>
            </a:pPr>
            <a:r>
              <a:rPr lang="en-US" dirty="0">
                <a:hlinkClick r:id="rId5"/>
              </a:rPr>
              <a:t>https://www.geeksforgeeks.org/sorting-algorithms/</a:t>
            </a:r>
            <a:endParaRPr lang="en-US" dirty="0"/>
          </a:p>
          <a:p>
            <a:pPr marL="514350" indent="-514350">
              <a:buFont typeface="+mj-lt"/>
              <a:buAutoNum type="arabicPeriod"/>
            </a:pPr>
            <a:endParaRPr lang="en-US" dirty="0"/>
          </a:p>
        </p:txBody>
      </p:sp>
    </p:spTree>
    <p:extLst>
      <p:ext uri="{BB962C8B-B14F-4D97-AF65-F5344CB8AC3E}">
        <p14:creationId xmlns:p14="http://schemas.microsoft.com/office/powerpoint/2010/main" val="2376485154"/>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707</TotalTime>
  <Words>2144</Words>
  <Application>Microsoft Office PowerPoint</Application>
  <PresentationFormat>Widescreen</PresentationFormat>
  <Paragraphs>222</Paragraphs>
  <Slides>39</Slides>
  <Notes>0</Notes>
  <HiddenSlides>0</HiddenSlides>
  <MMClips>2</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39</vt:i4>
      </vt:variant>
    </vt:vector>
  </HeadingPairs>
  <TitlesOfParts>
    <vt:vector size="50" baseType="lpstr">
      <vt:lpstr>Arial</vt:lpstr>
      <vt:lpstr>Bentham</vt:lpstr>
      <vt:lpstr>Calibri</vt:lpstr>
      <vt:lpstr>Comic Sans MS</vt:lpstr>
      <vt:lpstr>Gill Sans MT</vt:lpstr>
      <vt:lpstr>Open Sans</vt:lpstr>
      <vt:lpstr>Papyrus</vt:lpstr>
      <vt:lpstr>Poppins</vt:lpstr>
      <vt:lpstr>Raleway</vt:lpstr>
      <vt:lpstr>Roboto</vt:lpstr>
      <vt:lpstr>Gallery</vt:lpstr>
      <vt:lpstr>How NOT to make a presentation</vt:lpstr>
      <vt:lpstr>Part 1</vt:lpstr>
      <vt:lpstr>Explain new terms</vt:lpstr>
      <vt:lpstr>Example- Programming terms (No Explanation)</vt:lpstr>
      <vt:lpstr>Lists vs Detail</vt:lpstr>
      <vt:lpstr>Lists vs Detail </vt:lpstr>
      <vt:lpstr>Example- Programming terms (Explanation)</vt:lpstr>
      <vt:lpstr>Only skip terms if your audience knows those terms</vt:lpstr>
      <vt:lpstr>Pick Sources you understand and that fit your audience</vt:lpstr>
      <vt:lpstr>Resource Level Example</vt:lpstr>
      <vt:lpstr>Provide just enough detail</vt:lpstr>
      <vt:lpstr>Too simple vs too complex Gravity for high schoolers [3]</vt:lpstr>
      <vt:lpstr>Gravity for high schoolers [4]</vt:lpstr>
      <vt:lpstr>Phrases, not paragraphs [5]</vt:lpstr>
      <vt:lpstr>Insertion Sort [6]</vt:lpstr>
      <vt:lpstr>Part 2</vt:lpstr>
      <vt:lpstr>Poor fonts [7]</vt:lpstr>
      <vt:lpstr>Fun, but not for formal presentations.</vt:lpstr>
      <vt:lpstr>useful and cool fonts [8]</vt:lpstr>
      <vt:lpstr>High contrast Only</vt:lpstr>
      <vt:lpstr>Part 3</vt:lpstr>
      <vt:lpstr>Too many effects [7]</vt:lpstr>
      <vt:lpstr>Good</vt:lpstr>
      <vt:lpstr>Good Also</vt:lpstr>
      <vt:lpstr>Bad</vt:lpstr>
      <vt:lpstr>Bad also</vt:lpstr>
      <vt:lpstr>Random is Really Bad</vt:lpstr>
      <vt:lpstr>Poor color Choices and A good color choice [7]</vt:lpstr>
      <vt:lpstr>Part 4</vt:lpstr>
      <vt:lpstr>Dig deeper for images [57</vt:lpstr>
      <vt:lpstr>Find the Issue (From my presentation!) What is communication?</vt:lpstr>
      <vt:lpstr>The picture doesn’t relate to what I’m saying!</vt:lpstr>
      <vt:lpstr>My Improved Version (Took Me 4 Tries) What is communication?</vt:lpstr>
      <vt:lpstr>Avoid overly long videos.</vt:lpstr>
      <vt:lpstr>Too Long vs Just Right</vt:lpstr>
      <vt:lpstr>Conclusion</vt:lpstr>
      <vt:lpstr>Final Message</vt:lpstr>
      <vt:lpstr>Works Cited</vt:lpstr>
      <vt:lpstr>Images Cited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CJ  Conti</dc:creator>
  <cp:lastModifiedBy>CJ  Conti</cp:lastModifiedBy>
  <cp:revision>257</cp:revision>
  <dcterms:created xsi:type="dcterms:W3CDTF">2023-01-23T15:43:43Z</dcterms:created>
  <dcterms:modified xsi:type="dcterms:W3CDTF">2025-08-04T17:18:22Z</dcterms:modified>
</cp:coreProperties>
</file>