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5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7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47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0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4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14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9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2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36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13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0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73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10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60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93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257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CF3B392-0A9B-4538-8754-5F9C9FC63EC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5C9C0CD-6216-484B-AAA2-59430784B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0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1AC0-03A8-6B94-002D-F2923ABF9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 qué deberías probar el búlder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9729F-08D5-48D7-3AF7-F1FF6A482D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 CJ Conti</a:t>
            </a:r>
          </a:p>
        </p:txBody>
      </p:sp>
    </p:spTree>
    <p:extLst>
      <p:ext uri="{BB962C8B-B14F-4D97-AF65-F5344CB8AC3E}">
        <p14:creationId xmlns:p14="http://schemas.microsoft.com/office/powerpoint/2010/main" val="403330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E188-1D02-7F89-34A0-05DF0FBD6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el búlder?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1DC06-8B2F-D44D-4F26-82B227949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boulder es escalar sobre paredes artificiales o cantos rodados.</a:t>
            </a:r>
          </a:p>
          <a:p>
            <a:r>
              <a:t>Las paredes de búlder tienen una alfombra protectora debajo y miden menos de 15 pies de altura para garantizar la seguridad [1].</a:t>
            </a:r>
          </a:p>
        </p:txBody>
      </p:sp>
    </p:spTree>
    <p:extLst>
      <p:ext uri="{BB962C8B-B14F-4D97-AF65-F5344CB8AC3E}">
        <p14:creationId xmlns:p14="http://schemas.microsoft.com/office/powerpoint/2010/main" val="386507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946F-FA32-D3AE-027A-0A02720C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búlder es divertido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054FD-A274-24AA-5BDE-440062034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Más parecido a un juego que a un entrenamiento convencional.</a:t>
            </a:r>
          </a:p>
          <a:p>
            <a:r>
              <a:t>El levantamiento de pesas convencional puede resultar repetitivo.</a:t>
            </a:r>
          </a:p>
          <a:p>
            <a:r>
              <a:t>Búlder es resolver un rompecabezas.</a:t>
            </a:r>
          </a:p>
          <a:p>
            <a:r>
              <a:t>Debes encontrar la mejor ruta hacia la cima.</a:t>
            </a:r>
          </a:p>
        </p:txBody>
      </p:sp>
    </p:spTree>
    <p:extLst>
      <p:ext uri="{BB962C8B-B14F-4D97-AF65-F5344CB8AC3E}">
        <p14:creationId xmlns:p14="http://schemas.microsoft.com/office/powerpoint/2010/main" val="228540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C4D7-1765-51F1-21A3-2AB99096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búlder es social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0506B-3618-BF1C-79C7-D917776E4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09646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14DB-09D2-DE31-6792-8487AF863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búlder es accesible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59582-7B77-795A-D55B-E72443ACC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rutas de búlder utilizan una escala de dificultad llamada calificación.</a:t>
            </a:r>
          </a:p>
          <a:p>
            <a:r>
              <a:t>Los grados van desde V0 a V17</a:t>
            </a:r>
          </a:p>
          <a:p>
            <a:r>
              <a:t>Los agarres de búlder con V0 a V2 son razonables tanto para personas principiantes como para personas con varios meses de experiencia [2].</a:t>
            </a:r>
          </a:p>
          <a:p>
            <a:r>
              <a:t>Algunos de los V0 son fáciles incluso sin experiencia.</a:t>
            </a:r>
          </a:p>
        </p:txBody>
      </p:sp>
    </p:spTree>
    <p:extLst>
      <p:ext uri="{BB962C8B-B14F-4D97-AF65-F5344CB8AC3E}">
        <p14:creationId xmlns:p14="http://schemas.microsoft.com/office/powerpoint/2010/main" val="160613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E961-8244-5D75-1874-6043C1A4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Entrenamiento de cuerpo completo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86281-D5F4-0C27-8273-5D4E49892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búlder requiere el uso de brazos, piernas y dedos [1].</a:t>
            </a:r>
          </a:p>
          <a:p>
            <a:r>
              <a:t>Esto le permite ejercitar la parte superior e inferior de su cuerpo sin apuntar específicamente a sus brazos o piernas.</a:t>
            </a:r>
          </a:p>
          <a:p>
            <a:r>
              <a:t>El búlder también desarrolla flexibilidad, ya que es necesario alcanzar diferentes presas.</a:t>
            </a:r>
          </a:p>
        </p:txBody>
      </p:sp>
    </p:spTree>
    <p:extLst>
      <p:ext uri="{BB962C8B-B14F-4D97-AF65-F5344CB8AC3E}">
        <p14:creationId xmlns:p14="http://schemas.microsoft.com/office/powerpoint/2010/main" val="81028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39E0-B3BD-7853-F84B-0F22D667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Obras citadas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572FF-1ED3-CE8B-DF9F-E2DF967A5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https://www.ispo.com/es/noticias/tendencias/10-razones-por-que-deberías-definitivamente-hacer-búlder</a:t>
            </a:r>
          </a:p>
        </p:txBody>
      </p:sp>
    </p:spTree>
    <p:extLst>
      <p:ext uri="{BB962C8B-B14F-4D97-AF65-F5344CB8AC3E}">
        <p14:creationId xmlns:p14="http://schemas.microsoft.com/office/powerpoint/2010/main" val="1883514305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</TotalTime>
  <Words>196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Why You should  Try Bouldering</vt:lpstr>
      <vt:lpstr>What is Bouldering?</vt:lpstr>
      <vt:lpstr>Bouldering is Fun</vt:lpstr>
      <vt:lpstr>Bouldering is Social</vt:lpstr>
      <vt:lpstr>Bouldering is accessible</vt:lpstr>
      <vt:lpstr>Full Body Workout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CJ  Conti</dc:creator>
  <cp:lastModifiedBy>CJ  Conti</cp:lastModifiedBy>
  <cp:revision>20</cp:revision>
  <dcterms:created xsi:type="dcterms:W3CDTF">2025-08-18T18:23:48Z</dcterms:created>
  <dcterms:modified xsi:type="dcterms:W3CDTF">2025-08-18T18:53:00Z</dcterms:modified>
</cp:coreProperties>
</file>