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5C7"/>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DECBAA-FC08-0F0E-933F-ACAF619FCE5A}" v="1" dt="2025-07-09T13:39:13.870"/>
    <p1510:client id="{B2060DA3-ABA4-A674-B1BE-EF3A25DC7D1C}" v="3" dt="2025-07-09T15:30:26.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6843" y="3897426"/>
            <a:ext cx="12198843" cy="1030225"/>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hasCustomPrompt="1"/>
          </p:nvPr>
        </p:nvSpPr>
        <p:spPr>
          <a:xfrm>
            <a:off x="365759" y="3017449"/>
            <a:ext cx="11471565" cy="739889"/>
          </a:xfrm>
        </p:spPr>
        <p:txBody>
          <a:bodyPr tIns="45720" bIns="45720" anchor="ctr">
            <a:normAutofit/>
          </a:bodyPr>
          <a:lstStyle>
            <a:lvl1pPr algn="ctr">
              <a:lnSpc>
                <a:spcPct val="80000"/>
              </a:lnSpc>
              <a:defRPr sz="6000" b="1" cap="none" spc="150" baseline="0">
                <a:solidFill>
                  <a:schemeClr val="bg1"/>
                </a:solidFill>
                <a:latin typeface="Bebas Neue Pro" panose="020B0506020202050201" pitchFamily="34" charset="0"/>
              </a:defRPr>
            </a:lvl1pPr>
          </a:lstStyle>
          <a:p>
            <a:r>
              <a:rPr lang="en-US" dirty="0"/>
              <a:t>Click to edit title</a:t>
            </a:r>
          </a:p>
        </p:txBody>
      </p:sp>
      <p:sp>
        <p:nvSpPr>
          <p:cNvPr id="3" name="Subtitle 2"/>
          <p:cNvSpPr>
            <a:spLocks noGrp="1"/>
          </p:cNvSpPr>
          <p:nvPr>
            <p:ph type="subTitle" idx="1" hasCustomPrompt="1"/>
          </p:nvPr>
        </p:nvSpPr>
        <p:spPr>
          <a:xfrm>
            <a:off x="1524000" y="4120821"/>
            <a:ext cx="9144000" cy="583434"/>
          </a:xfrm>
        </p:spPr>
        <p:txBody>
          <a:bodyPr>
            <a:noAutofit/>
          </a:bodyPr>
          <a:lstStyle>
            <a:lvl1pPr marL="0" indent="0" algn="ctr">
              <a:buNone/>
              <a:defRPr sz="3600">
                <a:solidFill>
                  <a:schemeClr val="tx1"/>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subtitle</a:t>
            </a:r>
          </a:p>
        </p:txBody>
      </p:sp>
      <p:sp>
        <p:nvSpPr>
          <p:cNvPr id="4" name="Date Placeholder 3"/>
          <p:cNvSpPr>
            <a:spLocks noGrp="1"/>
          </p:cNvSpPr>
          <p:nvPr>
            <p:ph type="dt" sz="half" idx="10"/>
          </p:nvPr>
        </p:nvSpPr>
        <p:spPr/>
        <p:txBody>
          <a:bodyPr/>
          <a:lstStyle>
            <a:lvl1pPr>
              <a:defRPr>
                <a:solidFill>
                  <a:schemeClr val="bg1"/>
                </a:solidFill>
              </a:defRPr>
            </a:lvl1pPr>
          </a:lstStyle>
          <a:p>
            <a:fld id="{D5265FCE-4EA8-4CB2-BD29-8D67B545BCB6}" type="datetimeFigureOut">
              <a:rPr lang="en-US" smtClean="0"/>
              <a:pPr/>
              <a:t>7/13/2026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8FAA683-E958-4164-9BFE-A984CB6C2813}" type="slidenum">
              <a:rPr lang="en-US" smtClean="0"/>
              <a:pPr/>
              <a:t>‹#›</a:t>
            </a:fld>
            <a:endParaRPr lang="en-US" dirty="0"/>
          </a:p>
        </p:txBody>
      </p:sp>
      <p:pic>
        <p:nvPicPr>
          <p:cNvPr id="13" name="Picture 12" descr="A logo with blue gears and white e&#10;&#10;Description automatically generated">
            <a:extLst>
              <a:ext uri="{FF2B5EF4-FFF2-40B4-BE49-F238E27FC236}">
                <a16:creationId xmlns:a16="http://schemas.microsoft.com/office/drawing/2014/main" id="{06D3B0A8-3474-6382-13B4-E596CC87F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96433" y="313942"/>
            <a:ext cx="2146987" cy="1030225"/>
          </a:xfrm>
          <a:prstGeom prst="rect">
            <a:avLst/>
          </a:prstGeom>
        </p:spPr>
      </p:pic>
      <p:sp>
        <p:nvSpPr>
          <p:cNvPr id="18" name="Text Placeholder 17">
            <a:extLst>
              <a:ext uri="{FF2B5EF4-FFF2-40B4-BE49-F238E27FC236}">
                <a16:creationId xmlns:a16="http://schemas.microsoft.com/office/drawing/2014/main" id="{D34BB0AB-7241-3537-C36E-2A8529B97B66}"/>
              </a:ext>
            </a:extLst>
          </p:cNvPr>
          <p:cNvSpPr>
            <a:spLocks noGrp="1"/>
          </p:cNvSpPr>
          <p:nvPr>
            <p:ph type="body" sz="quarter" idx="13"/>
          </p:nvPr>
        </p:nvSpPr>
        <p:spPr>
          <a:xfrm>
            <a:off x="1524000" y="5252541"/>
            <a:ext cx="9144000" cy="527050"/>
          </a:xfrm>
        </p:spPr>
        <p:txBody>
          <a:bodyPr>
            <a:noAutofit/>
          </a:bodyPr>
          <a:lstStyle>
            <a:lvl1pPr marL="182880" indent="-182880" algn="ctr">
              <a:buClrTx/>
              <a:buFont typeface="Arial" panose="020B0604020202020204" pitchFamily="34" charset="0"/>
              <a:buChar char="•"/>
              <a:defRPr sz="1600">
                <a:solidFill>
                  <a:schemeClr val="bg1"/>
                </a:solidFill>
              </a:defRPr>
            </a:lvl1pPr>
            <a:lvl2pPr marL="411480" indent="-182880" algn="ctr">
              <a:buClrTx/>
              <a:buFont typeface="Arial" panose="020B0604020202020204" pitchFamily="34" charset="0"/>
              <a:buChar char="•"/>
              <a:defRPr sz="1500">
                <a:solidFill>
                  <a:schemeClr val="bg1"/>
                </a:solidFill>
              </a:defRPr>
            </a:lvl2pPr>
            <a:lvl3pPr marL="640080" indent="-182880" algn="ctr">
              <a:buClrTx/>
              <a:buFont typeface="Arial" panose="020B0604020202020204" pitchFamily="34" charset="0"/>
              <a:buChar char="•"/>
              <a:defRPr sz="1500">
                <a:solidFill>
                  <a:schemeClr val="bg1"/>
                </a:solidFill>
              </a:defRPr>
            </a:lvl3pPr>
            <a:lvl4pPr marL="868680" indent="-182880" algn="ctr">
              <a:buClrTx/>
              <a:buFont typeface="Arial" panose="020B0604020202020204" pitchFamily="34" charset="0"/>
              <a:buChar char="•"/>
              <a:defRPr sz="1500">
                <a:solidFill>
                  <a:schemeClr val="bg1"/>
                </a:solidFill>
              </a:defRPr>
            </a:lvl4pPr>
            <a:lvl5pPr marL="1097280" indent="-182880" algn="ctr">
              <a:buClrTx/>
              <a:buFont typeface="Arial" panose="020B0604020202020204" pitchFamily="34" charset="0"/>
              <a:buChar char="•"/>
              <a:defRPr sz="15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0061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Title Slide 2">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1"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latin typeface="Bebas Neue Pro" panose="020B0506020202050201" pitchFamily="34" charset="0"/>
              </a:defRPr>
            </a:lvl1pPr>
          </a:lstStyle>
          <a:p>
            <a:fld id="{D5265FCE-4EA8-4CB2-BD29-8D67B545BCB6}" type="datetimeFigureOut">
              <a:rPr lang="en-US" smtClean="0"/>
              <a:pPr/>
              <a:t>7/13/2026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8FAA683-E958-4164-9BFE-A984CB6C2813}" type="slidenum">
              <a:rPr lang="en-US" smtClean="0"/>
              <a:t>‹#›</a:t>
            </a:fld>
            <a:endParaRPr lang="en-US"/>
          </a:p>
        </p:txBody>
      </p:sp>
      <p:pic>
        <p:nvPicPr>
          <p:cNvPr id="9" name="Picture 8" descr="A logo with blue gears and white e&#10;&#10;Description automatically generated">
            <a:extLst>
              <a:ext uri="{FF2B5EF4-FFF2-40B4-BE49-F238E27FC236}">
                <a16:creationId xmlns:a16="http://schemas.microsoft.com/office/drawing/2014/main" id="{4733D55B-E85E-2DF4-6196-E8A2166EEF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96433" y="313942"/>
            <a:ext cx="2146987" cy="1030225"/>
          </a:xfrm>
          <a:prstGeom prst="rect">
            <a:avLst/>
          </a:prstGeom>
        </p:spPr>
      </p:pic>
    </p:spTree>
    <p:extLst>
      <p:ext uri="{BB962C8B-B14F-4D97-AF65-F5344CB8AC3E}">
        <p14:creationId xmlns:p14="http://schemas.microsoft.com/office/powerpoint/2010/main" val="296487378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959E0B-F3F8-9B4B-B610-E52AF50CC82A}"/>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lgn="ctr">
              <a:defRPr sz="3500" b="1">
                <a:solidFill>
                  <a:srgbClr val="0095C7"/>
                </a:solidFill>
                <a:latin typeface="Bebas Neue Pro" panose="020B0506020202050201"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182880" indent="-182880">
              <a:spcBef>
                <a:spcPts val="400"/>
              </a:spcBef>
              <a:spcAft>
                <a:spcPts val="400"/>
              </a:spcAft>
              <a:buClrTx/>
              <a:buFont typeface="Arial" panose="020B0604020202020204" pitchFamily="34" charset="0"/>
              <a:buChar char="•"/>
              <a:defRPr>
                <a:latin typeface="Titillium" panose="00000500000000000000" pitchFamily="50" charset="0"/>
              </a:defRPr>
            </a:lvl1pPr>
            <a:lvl2pPr marL="411480" indent="-182880">
              <a:spcBef>
                <a:spcPts val="400"/>
              </a:spcBef>
              <a:spcAft>
                <a:spcPts val="400"/>
              </a:spcAft>
              <a:buClrTx/>
              <a:buFont typeface="Arial" panose="020B0604020202020204" pitchFamily="34" charset="0"/>
              <a:buChar char="•"/>
              <a:defRPr>
                <a:latin typeface="Titillium" panose="00000500000000000000" pitchFamily="50" charset="0"/>
              </a:defRPr>
            </a:lvl2pPr>
            <a:lvl3pPr marL="640080" indent="-182880">
              <a:spcBef>
                <a:spcPts val="400"/>
              </a:spcBef>
              <a:spcAft>
                <a:spcPts val="400"/>
              </a:spcAft>
              <a:buClrTx/>
              <a:buFont typeface="Arial" panose="020B0604020202020204" pitchFamily="34" charset="0"/>
              <a:buChar char="•"/>
              <a:defRPr>
                <a:latin typeface="Titillium" panose="00000500000000000000" pitchFamily="50" charset="0"/>
              </a:defRPr>
            </a:lvl3pPr>
            <a:lvl4pPr marL="868680" indent="-182880">
              <a:spcBef>
                <a:spcPts val="400"/>
              </a:spcBef>
              <a:spcAft>
                <a:spcPts val="400"/>
              </a:spcAft>
              <a:buClrTx/>
              <a:buFont typeface="Arial" panose="020B0604020202020204" pitchFamily="34" charset="0"/>
              <a:buChar char="•"/>
              <a:defRPr>
                <a:latin typeface="Titillium" panose="00000500000000000000" pitchFamily="50" charset="0"/>
              </a:defRPr>
            </a:lvl4pPr>
            <a:lvl5pPr marL="1097280" indent="-182880">
              <a:spcBef>
                <a:spcPts val="400"/>
              </a:spcBef>
              <a:spcAft>
                <a:spcPts val="400"/>
              </a:spcAft>
              <a:buClrTx/>
              <a:buFont typeface="Arial" panose="020B0604020202020204" pitchFamily="34" charset="0"/>
              <a:buChar char="•"/>
              <a:defRPr>
                <a:latin typeface="Titillium" panose="00000500000000000000"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a:p>
        </p:txBody>
      </p:sp>
    </p:spTree>
    <p:extLst>
      <p:ext uri="{BB962C8B-B14F-4D97-AF65-F5344CB8AC3E}">
        <p14:creationId xmlns:p14="http://schemas.microsoft.com/office/powerpoint/2010/main" val="2284396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1"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latin typeface="Bebas Neue Pro" panose="020B0506020202050201" pitchFamily="34" charset="0"/>
              </a:defRPr>
            </a:lvl1pPr>
          </a:lstStyle>
          <a:p>
            <a:fld id="{D5265FCE-4EA8-4CB2-BD29-8D67B545BCB6}" type="datetimeFigureOut">
              <a:rPr lang="en-US" smtClean="0"/>
              <a:pPr/>
              <a:t>7/13/2026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8FAA683-E958-4164-9BFE-A984CB6C2813}" type="slidenum">
              <a:rPr lang="en-US" smtClean="0"/>
              <a:t>‹#›</a:t>
            </a:fld>
            <a:endParaRPr lang="en-US"/>
          </a:p>
        </p:txBody>
      </p:sp>
    </p:spTree>
    <p:extLst>
      <p:ext uri="{BB962C8B-B14F-4D97-AF65-F5344CB8AC3E}">
        <p14:creationId xmlns:p14="http://schemas.microsoft.com/office/powerpoint/2010/main" val="280802964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84237A-18A5-8D96-62EE-EACAE900ADB0}"/>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itle 7"/>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marL="182880" indent="-182880">
              <a:spcBef>
                <a:spcPts val="400"/>
              </a:spcBef>
              <a:spcAft>
                <a:spcPts val="400"/>
              </a:spcAft>
              <a:buClrTx/>
              <a:buFont typeface="Arial" panose="020B0604020202020204" pitchFamily="34" charset="0"/>
              <a:buChar char="•"/>
              <a:defRPr sz="1600"/>
            </a:lvl1pPr>
            <a:lvl2pPr marL="411480" indent="-182880">
              <a:spcBef>
                <a:spcPts val="400"/>
              </a:spcBef>
              <a:spcAft>
                <a:spcPts val="400"/>
              </a:spcAft>
              <a:buClrTx/>
              <a:buFont typeface="Arial" panose="020B0604020202020204" pitchFamily="34" charset="0"/>
              <a:buChar char="•"/>
              <a:defRPr sz="1500"/>
            </a:lvl2pPr>
            <a:lvl3pPr marL="640080" indent="-182880">
              <a:spcBef>
                <a:spcPts val="400"/>
              </a:spcBef>
              <a:spcAft>
                <a:spcPts val="400"/>
              </a:spcAft>
              <a:buClrTx/>
              <a:buFont typeface="Arial" panose="020B0604020202020204" pitchFamily="34" charset="0"/>
              <a:buChar char="•"/>
              <a:defRPr sz="1500"/>
            </a:lvl3pPr>
            <a:lvl4pPr marL="868680" indent="-182880">
              <a:spcBef>
                <a:spcPts val="400"/>
              </a:spcBef>
              <a:spcAft>
                <a:spcPts val="400"/>
              </a:spcAft>
              <a:buClrTx/>
              <a:buFont typeface="Arial" panose="020B0604020202020204" pitchFamily="34" charset="0"/>
              <a:buChar char="•"/>
              <a:defRPr sz="1500"/>
            </a:lvl4pPr>
            <a:lvl5pPr marL="1097280" indent="-182880">
              <a:spcBef>
                <a:spcPts val="400"/>
              </a:spcBef>
              <a:spcAft>
                <a:spcPts val="400"/>
              </a:spcAft>
              <a:buClrTx/>
              <a:buFont typeface="Arial" panose="020B0604020202020204" pitchFamily="34" charset="0"/>
              <a:buChar char="•"/>
              <a:defRPr sz="15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marL="182880" indent="-182880">
              <a:spcBef>
                <a:spcPts val="400"/>
              </a:spcBef>
              <a:spcAft>
                <a:spcPts val="400"/>
              </a:spcAft>
              <a:buClrTx/>
              <a:buFont typeface="Arial" panose="020B0604020202020204" pitchFamily="34" charset="0"/>
              <a:buChar char="•"/>
              <a:defRPr sz="1600"/>
            </a:lvl1pPr>
            <a:lvl2pPr marL="411480" indent="-182880">
              <a:spcBef>
                <a:spcPts val="400"/>
              </a:spcBef>
              <a:spcAft>
                <a:spcPts val="400"/>
              </a:spcAft>
              <a:buClrTx/>
              <a:buFont typeface="Arial" panose="020B0604020202020204" pitchFamily="34" charset="0"/>
              <a:buChar char="•"/>
              <a:defRPr sz="1500"/>
            </a:lvl2pPr>
            <a:lvl3pPr marL="640080" indent="-182880">
              <a:spcBef>
                <a:spcPts val="400"/>
              </a:spcBef>
              <a:spcAft>
                <a:spcPts val="400"/>
              </a:spcAft>
              <a:buClrTx/>
              <a:buFont typeface="Arial" panose="020B0604020202020204" pitchFamily="34" charset="0"/>
              <a:buChar char="•"/>
              <a:defRPr sz="1500"/>
            </a:lvl3pPr>
            <a:lvl4pPr marL="868680" indent="-182880">
              <a:spcBef>
                <a:spcPts val="400"/>
              </a:spcBef>
              <a:spcAft>
                <a:spcPts val="400"/>
              </a:spcAft>
              <a:buClrTx/>
              <a:buFont typeface="Arial" panose="020B0604020202020204" pitchFamily="34" charset="0"/>
              <a:buChar char="•"/>
              <a:defRPr sz="1500"/>
            </a:lvl4pPr>
            <a:lvl5pPr marL="1097280" indent="-182880">
              <a:spcBef>
                <a:spcPts val="400"/>
              </a:spcBef>
              <a:spcAft>
                <a:spcPts val="400"/>
              </a:spcAft>
              <a:buClrTx/>
              <a:buFont typeface="Arial" panose="020B0604020202020204" pitchFamily="34" charset="0"/>
              <a:buChar char="•"/>
              <a:defRPr sz="15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a:p>
        </p:txBody>
      </p:sp>
    </p:spTree>
    <p:extLst>
      <p:ext uri="{BB962C8B-B14F-4D97-AF65-F5344CB8AC3E}">
        <p14:creationId xmlns:p14="http://schemas.microsoft.com/office/powerpoint/2010/main" val="2234380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9C217-DEFF-77DE-64F1-05BBAFCA7E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968C3B-618C-8842-39D2-C3D3D1EBFAE3}"/>
              </a:ext>
            </a:extLst>
          </p:cNvPr>
          <p:cNvSpPr>
            <a:spLocks noGrp="1"/>
          </p:cNvSpPr>
          <p:nvPr>
            <p:ph type="dt" sz="half" idx="10"/>
          </p:nvPr>
        </p:nvSpPr>
        <p:spPr/>
        <p:txBody>
          <a:bodyPr/>
          <a:lstStyle/>
          <a:p>
            <a:fld id="{D5265FCE-4EA8-4CB2-BD29-8D67B545BCB6}" type="datetimeFigureOut">
              <a:rPr lang="en-US" smtClean="0"/>
              <a:pPr/>
              <a:t>7/13/2026</a:t>
            </a:fld>
            <a:endParaRPr lang="en-US"/>
          </a:p>
        </p:txBody>
      </p:sp>
      <p:sp>
        <p:nvSpPr>
          <p:cNvPr id="4" name="Footer Placeholder 3">
            <a:extLst>
              <a:ext uri="{FF2B5EF4-FFF2-40B4-BE49-F238E27FC236}">
                <a16:creationId xmlns:a16="http://schemas.microsoft.com/office/drawing/2014/main" id="{2E8AA238-74B3-AFFF-565E-E5C086CCF2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874B06-B8B4-63C0-8038-7A8B372F2BFF}"/>
              </a:ext>
            </a:extLst>
          </p:cNvPr>
          <p:cNvSpPr>
            <a:spLocks noGrp="1"/>
          </p:cNvSpPr>
          <p:nvPr>
            <p:ph type="sldNum" sz="quarter" idx="12"/>
          </p:nvPr>
        </p:nvSpPr>
        <p:spPr/>
        <p:txBody>
          <a:bodyPr/>
          <a:lstStyle/>
          <a:p>
            <a:fld id="{E8FAA683-E958-4164-9BFE-A984CB6C2813}" type="slidenum">
              <a:rPr lang="en-US" smtClean="0"/>
              <a:pPr/>
              <a:t>‹#›</a:t>
            </a:fld>
            <a:endParaRPr lang="en-US"/>
          </a:p>
        </p:txBody>
      </p:sp>
    </p:spTree>
    <p:extLst>
      <p:ext uri="{BB962C8B-B14F-4D97-AF65-F5344CB8AC3E}">
        <p14:creationId xmlns:p14="http://schemas.microsoft.com/office/powerpoint/2010/main" val="8044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15046A-A911-078F-5E67-E3A9B452049F}"/>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itle 9"/>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19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normAutofit/>
          </a:bodyPr>
          <a:lstStyle>
            <a:lvl1pPr marL="182880" indent="-182880">
              <a:spcBef>
                <a:spcPts val="400"/>
              </a:spcBef>
              <a:spcAft>
                <a:spcPts val="400"/>
              </a:spcAft>
              <a:buClrTx/>
              <a:buFont typeface="Arial" panose="020B0604020202020204" pitchFamily="34" charset="0"/>
              <a:buChar char="•"/>
              <a:defRPr sz="1600"/>
            </a:lvl1pPr>
            <a:lvl2pPr marL="411480" indent="-182880">
              <a:spcBef>
                <a:spcPts val="400"/>
              </a:spcBef>
              <a:spcAft>
                <a:spcPts val="400"/>
              </a:spcAft>
              <a:buClrTx/>
              <a:buFont typeface="Arial" panose="020B0604020202020204" pitchFamily="34" charset="0"/>
              <a:buChar char="•"/>
              <a:defRPr sz="1500"/>
            </a:lvl2pPr>
            <a:lvl3pPr marL="640080" indent="-182880">
              <a:spcBef>
                <a:spcPts val="400"/>
              </a:spcBef>
              <a:spcAft>
                <a:spcPts val="400"/>
              </a:spcAft>
              <a:buClrTx/>
              <a:buFont typeface="Arial" panose="020B0604020202020204" pitchFamily="34" charset="0"/>
              <a:buChar char="•"/>
              <a:defRPr sz="1500"/>
            </a:lvl3pPr>
            <a:lvl4pPr marL="868680" indent="-182880">
              <a:spcBef>
                <a:spcPts val="400"/>
              </a:spcBef>
              <a:spcAft>
                <a:spcPts val="400"/>
              </a:spcAft>
              <a:buClrTx/>
              <a:buFont typeface="Arial" panose="020B0604020202020204" pitchFamily="34" charset="0"/>
              <a:buChar char="•"/>
              <a:defRPr sz="1500"/>
            </a:lvl4pPr>
            <a:lvl5pPr marL="1097280" indent="-182880">
              <a:spcBef>
                <a:spcPts val="400"/>
              </a:spcBef>
              <a:spcAft>
                <a:spcPts val="400"/>
              </a:spcAft>
              <a:buClrTx/>
              <a:buFont typeface="Arial" panose="020B0604020202020204" pitchFamily="34" charset="0"/>
              <a:buChar char="•"/>
              <a:defRPr sz="15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19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marL="182880" indent="-182880">
              <a:spcBef>
                <a:spcPts val="400"/>
              </a:spcBef>
              <a:spcAft>
                <a:spcPts val="400"/>
              </a:spcAft>
              <a:buClrTx/>
              <a:buFont typeface="Arial" panose="020B0604020202020204" pitchFamily="34" charset="0"/>
              <a:buChar char="•"/>
              <a:defRPr sz="1600"/>
            </a:lvl1pPr>
            <a:lvl2pPr marL="411480" indent="-182880">
              <a:spcBef>
                <a:spcPts val="400"/>
              </a:spcBef>
              <a:spcAft>
                <a:spcPts val="400"/>
              </a:spcAft>
              <a:buClrTx/>
              <a:buFont typeface="Arial" panose="020B0604020202020204" pitchFamily="34" charset="0"/>
              <a:buChar char="•"/>
              <a:defRPr sz="1500"/>
            </a:lvl2pPr>
            <a:lvl3pPr marL="640080" indent="-182880">
              <a:spcBef>
                <a:spcPts val="400"/>
              </a:spcBef>
              <a:spcAft>
                <a:spcPts val="400"/>
              </a:spcAft>
              <a:buClrTx/>
              <a:buFont typeface="Arial" panose="020B0604020202020204" pitchFamily="34" charset="0"/>
              <a:buChar char="•"/>
              <a:defRPr sz="1500"/>
            </a:lvl3pPr>
            <a:lvl4pPr marL="868680" indent="-182880">
              <a:spcBef>
                <a:spcPts val="400"/>
              </a:spcBef>
              <a:spcAft>
                <a:spcPts val="400"/>
              </a:spcAft>
              <a:buClrTx/>
              <a:buFont typeface="Arial" panose="020B0604020202020204" pitchFamily="34" charset="0"/>
              <a:buChar char="•"/>
              <a:defRPr sz="1500"/>
            </a:lvl4pPr>
            <a:lvl5pPr marL="1097280" indent="-182880">
              <a:spcBef>
                <a:spcPts val="400"/>
              </a:spcBef>
              <a:spcAft>
                <a:spcPts val="400"/>
              </a:spcAft>
              <a:buClrTx/>
              <a:buFont typeface="Arial" panose="020B0604020202020204" pitchFamily="34" charset="0"/>
              <a:buChar char="•"/>
              <a:defRPr sz="15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a:p>
        </p:txBody>
      </p:sp>
    </p:spTree>
    <p:extLst>
      <p:ext uri="{BB962C8B-B14F-4D97-AF65-F5344CB8AC3E}">
        <p14:creationId xmlns:p14="http://schemas.microsoft.com/office/powerpoint/2010/main" val="1763108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xt and 2 Conte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D0F713-B382-A7D4-A46E-7C946250F578}"/>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dirty="0"/>
          </a:p>
        </p:txBody>
      </p:sp>
      <p:sp>
        <p:nvSpPr>
          <p:cNvPr id="16" name="Text Placeholder 15">
            <a:extLst>
              <a:ext uri="{FF2B5EF4-FFF2-40B4-BE49-F238E27FC236}">
                <a16:creationId xmlns:a16="http://schemas.microsoft.com/office/drawing/2014/main" id="{40285A60-8816-4D83-FF00-AB73D399D9EC}"/>
              </a:ext>
            </a:extLst>
          </p:cNvPr>
          <p:cNvSpPr>
            <a:spLocks noGrp="1"/>
          </p:cNvSpPr>
          <p:nvPr>
            <p:ph type="body" sz="quarter" idx="13"/>
          </p:nvPr>
        </p:nvSpPr>
        <p:spPr>
          <a:xfrm>
            <a:off x="1183722" y="3544362"/>
            <a:ext cx="4756150" cy="2954337"/>
          </a:xfrm>
        </p:spPr>
        <p:txBody>
          <a:bodyPr/>
          <a:lstStyle>
            <a:lvl1pPr marL="182880" indent="-182880">
              <a:buClr>
                <a:schemeClr val="bg1"/>
              </a:buClr>
              <a:buFont typeface="Arial" panose="020B0604020202020204" pitchFamily="34" charset="0"/>
              <a:buChar char="•"/>
              <a:defRPr/>
            </a:lvl1pPr>
            <a:lvl2pPr marL="411480" indent="-182880">
              <a:buClr>
                <a:schemeClr val="bg1"/>
              </a:buClr>
              <a:buFont typeface="Arial" panose="020B0604020202020204" pitchFamily="34" charset="0"/>
              <a:buChar char="•"/>
              <a:defRPr/>
            </a:lvl2pPr>
            <a:lvl3pPr marL="640080" indent="-182880">
              <a:buClr>
                <a:schemeClr val="bg1"/>
              </a:buClr>
              <a:buFont typeface="Arial" panose="020B0604020202020204" pitchFamily="34" charset="0"/>
              <a:buChar char="•"/>
              <a:defRPr/>
            </a:lvl3pPr>
            <a:lvl4pPr marL="868680" indent="-182880">
              <a:buClr>
                <a:schemeClr val="bg1"/>
              </a:buClr>
              <a:buFont typeface="Arial" panose="020B0604020202020204" pitchFamily="34" charset="0"/>
              <a:buChar char="•"/>
              <a:defRPr/>
            </a:lvl4pPr>
            <a:lvl5pPr marL="1097280" indent="-182880">
              <a:buClr>
                <a:schemeClr val="bg1"/>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5">
            <a:extLst>
              <a:ext uri="{FF2B5EF4-FFF2-40B4-BE49-F238E27FC236}">
                <a16:creationId xmlns:a16="http://schemas.microsoft.com/office/drawing/2014/main" id="{BAFEC5E7-3FEE-F412-FCA7-73DFDA9047B6}"/>
              </a:ext>
            </a:extLst>
          </p:cNvPr>
          <p:cNvSpPr>
            <a:spLocks noGrp="1"/>
          </p:cNvSpPr>
          <p:nvPr>
            <p:ph type="body" sz="quarter" idx="14"/>
          </p:nvPr>
        </p:nvSpPr>
        <p:spPr>
          <a:xfrm>
            <a:off x="6230849" y="3544362"/>
            <a:ext cx="4756150" cy="2954337"/>
          </a:xfrm>
        </p:spPr>
        <p:txBody>
          <a:bodyPr/>
          <a:lstStyle>
            <a:lvl1pPr marL="182880" indent="-182880">
              <a:buClr>
                <a:schemeClr val="bg1"/>
              </a:buClr>
              <a:buFont typeface="Arial" panose="020B0604020202020204" pitchFamily="34" charset="0"/>
              <a:buChar char="•"/>
              <a:defRPr/>
            </a:lvl1pPr>
            <a:lvl2pPr marL="411480" indent="-182880">
              <a:buClr>
                <a:schemeClr val="bg1"/>
              </a:buClr>
              <a:buFont typeface="Arial" panose="020B0604020202020204" pitchFamily="34" charset="0"/>
              <a:buChar char="•"/>
              <a:defRPr/>
            </a:lvl2pPr>
            <a:lvl3pPr marL="640080" indent="-182880">
              <a:buClr>
                <a:schemeClr val="bg1"/>
              </a:buClr>
              <a:buFont typeface="Arial" panose="020B0604020202020204" pitchFamily="34" charset="0"/>
              <a:buChar char="•"/>
              <a:defRPr/>
            </a:lvl3pPr>
            <a:lvl4pPr marL="868680" indent="-182880">
              <a:buClr>
                <a:schemeClr val="bg1"/>
              </a:buClr>
              <a:buFont typeface="Arial" panose="020B0604020202020204" pitchFamily="34" charset="0"/>
              <a:buChar char="•"/>
              <a:defRPr/>
            </a:lvl4pPr>
            <a:lvl5pPr marL="1097280" indent="-182880">
              <a:buClr>
                <a:schemeClr val="bg1"/>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5">
            <a:extLst>
              <a:ext uri="{FF2B5EF4-FFF2-40B4-BE49-F238E27FC236}">
                <a16:creationId xmlns:a16="http://schemas.microsoft.com/office/drawing/2014/main" id="{35BF05BE-F762-9E16-CFB4-4189E219E97D}"/>
              </a:ext>
            </a:extLst>
          </p:cNvPr>
          <p:cNvSpPr>
            <a:spLocks noGrp="1"/>
          </p:cNvSpPr>
          <p:nvPr>
            <p:ph type="body" sz="quarter" idx="15"/>
          </p:nvPr>
        </p:nvSpPr>
        <p:spPr>
          <a:xfrm>
            <a:off x="1205001" y="2029271"/>
            <a:ext cx="9781997" cy="1284367"/>
          </a:xfrm>
        </p:spPr>
        <p:txBody>
          <a:bodyPr/>
          <a:lstStyle>
            <a:lvl1pPr marL="182880" indent="-182880">
              <a:buClr>
                <a:schemeClr val="bg1"/>
              </a:buClr>
              <a:buFont typeface="Arial" panose="020B0604020202020204" pitchFamily="34" charset="0"/>
              <a:buChar char="•"/>
              <a:defRPr/>
            </a:lvl1pPr>
            <a:lvl2pPr marL="411480" indent="-182880">
              <a:buClr>
                <a:schemeClr val="bg1"/>
              </a:buClr>
              <a:buFont typeface="Arial" panose="020B0604020202020204" pitchFamily="34" charset="0"/>
              <a:buChar char="•"/>
              <a:defRPr/>
            </a:lvl2pPr>
            <a:lvl3pPr marL="640080" indent="-182880">
              <a:buClr>
                <a:schemeClr val="bg1"/>
              </a:buClr>
              <a:buFont typeface="Arial" panose="020B0604020202020204" pitchFamily="34" charset="0"/>
              <a:buChar char="•"/>
              <a:defRPr/>
            </a:lvl3pPr>
            <a:lvl4pPr marL="868680" indent="-182880">
              <a:buClr>
                <a:schemeClr val="bg1"/>
              </a:buClr>
              <a:buFont typeface="Arial" panose="020B0604020202020204" pitchFamily="34" charset="0"/>
              <a:buChar char="•"/>
              <a:defRPr/>
            </a:lvl4pPr>
            <a:lvl5pPr marL="1097280" indent="-182880">
              <a:buClr>
                <a:schemeClr val="bg1"/>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6134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682B1B-0E26-85A9-AF5D-B6B1B9838942}"/>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3" name="Footer Placeholder 2"/>
          <p:cNvSpPr>
            <a:spLocks noGrp="1"/>
          </p:cNvSpPr>
          <p:nvPr>
            <p:ph type="ftr" sz="quarter" idx="11"/>
          </p:nvPr>
        </p:nvSpPr>
        <p:spPr/>
        <p:txBody>
          <a:bodyPr/>
          <a:lstStyle>
            <a:lvl1pPr>
              <a:defRPr>
                <a:solidFill>
                  <a:schemeClr val="tx1"/>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dirty="0"/>
          </a:p>
        </p:txBody>
      </p:sp>
    </p:spTree>
    <p:extLst>
      <p:ext uri="{BB962C8B-B14F-4D97-AF65-F5344CB8AC3E}">
        <p14:creationId xmlns:p14="http://schemas.microsoft.com/office/powerpoint/2010/main" val="413267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CFB5DD-15F5-A326-B3D5-DB6CB843258D}"/>
              </a:ext>
            </a:extLst>
          </p:cNvPr>
          <p:cNvSpPr/>
          <p:nvPr userDrawn="1"/>
        </p:nvSpPr>
        <p:spPr>
          <a:xfrm>
            <a:off x="0" y="2085263"/>
            <a:ext cx="7333488" cy="4184382"/>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itle 7"/>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marL="182880" indent="-182880">
              <a:spcBef>
                <a:spcPts val="400"/>
              </a:spcBef>
              <a:spcAft>
                <a:spcPts val="400"/>
              </a:spcAft>
              <a:buFont typeface="Arial" panose="020B0604020202020204" pitchFamily="34" charset="0"/>
              <a:buChar char="•"/>
              <a:defRPr sz="1600">
                <a:solidFill>
                  <a:schemeClr val="tx1"/>
                </a:solidFill>
              </a:defRPr>
            </a:lvl1pPr>
            <a:lvl2pPr marL="411480" indent="-182880">
              <a:spcBef>
                <a:spcPts val="400"/>
              </a:spcBef>
              <a:spcAft>
                <a:spcPts val="400"/>
              </a:spcAft>
              <a:buFont typeface="Arial" panose="020B0604020202020204" pitchFamily="34" charset="0"/>
              <a:buChar char="•"/>
              <a:defRPr sz="1500">
                <a:solidFill>
                  <a:schemeClr val="tx1"/>
                </a:solidFill>
              </a:defRPr>
            </a:lvl2pPr>
            <a:lvl3pPr marL="640080" indent="-182880">
              <a:spcBef>
                <a:spcPts val="400"/>
              </a:spcBef>
              <a:spcAft>
                <a:spcPts val="400"/>
              </a:spcAft>
              <a:buFont typeface="Arial" panose="020B0604020202020204" pitchFamily="34" charset="0"/>
              <a:buChar char="•"/>
              <a:defRPr sz="1500">
                <a:solidFill>
                  <a:schemeClr val="tx1"/>
                </a:solidFill>
              </a:defRPr>
            </a:lvl3pPr>
            <a:lvl4pPr marL="868680" indent="-182880">
              <a:spcBef>
                <a:spcPts val="400"/>
              </a:spcBef>
              <a:spcAft>
                <a:spcPts val="400"/>
              </a:spcAft>
              <a:buFont typeface="Arial" panose="020B0604020202020204" pitchFamily="34" charset="0"/>
              <a:buChar char="•"/>
              <a:defRPr sz="1500">
                <a:solidFill>
                  <a:schemeClr val="tx1"/>
                </a:solidFill>
              </a:defRPr>
            </a:lvl4pPr>
            <a:lvl5pPr marL="1097280" indent="-182880">
              <a:spcBef>
                <a:spcPts val="400"/>
              </a:spcBef>
              <a:spcAft>
                <a:spcPts val="400"/>
              </a:spcAft>
              <a:buFont typeface="Arial" panose="020B0604020202020204" pitchFamily="34" charset="0"/>
              <a:buChar char="•"/>
              <a:defRPr sz="15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spcBef>
                <a:spcPts val="400"/>
              </a:spcBef>
              <a:spcAft>
                <a:spcPts val="400"/>
              </a:spcAft>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dirty="0"/>
          </a:p>
        </p:txBody>
      </p:sp>
    </p:spTree>
    <p:extLst>
      <p:ext uri="{BB962C8B-B14F-4D97-AF65-F5344CB8AC3E}">
        <p14:creationId xmlns:p14="http://schemas.microsoft.com/office/powerpoint/2010/main" val="4178385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BC0E9AE-0307-2977-F542-03D905CF00BC}"/>
              </a:ext>
            </a:extLst>
          </p:cNvPr>
          <p:cNvSpPr/>
          <p:nvPr userDrawn="1"/>
        </p:nvSpPr>
        <p:spPr>
          <a:xfrm>
            <a:off x="0" y="2211494"/>
            <a:ext cx="5329382" cy="464650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itle 7"/>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spcBef>
                <a:spcPts val="400"/>
              </a:spcBef>
              <a:spcAft>
                <a:spcPts val="400"/>
              </a:spcAft>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E8FAA683-E958-4164-9BFE-A984CB6C2813}" type="slidenum">
              <a:rPr lang="en-US" smtClean="0"/>
              <a:pPr/>
              <a:t>‹#›</a:t>
            </a:fld>
            <a:endParaRPr lang="en-US" dirty="0"/>
          </a:p>
        </p:txBody>
      </p:sp>
    </p:spTree>
    <p:extLst>
      <p:ext uri="{BB962C8B-B14F-4D97-AF65-F5344CB8AC3E}">
        <p14:creationId xmlns:p14="http://schemas.microsoft.com/office/powerpoint/2010/main" val="2608818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96B7C0-2561-E3FB-7075-4DC1036FF93B}"/>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lgn="ctr">
              <a:defRPr sz="3500" b="1"/>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marL="182880" indent="-182880">
              <a:spcBef>
                <a:spcPts val="400"/>
              </a:spcBef>
              <a:spcAft>
                <a:spcPts val="400"/>
              </a:spcAft>
              <a:buClrTx/>
              <a:buFont typeface="Arial" panose="020B0604020202020204" pitchFamily="34" charset="0"/>
              <a:buChar char="•"/>
              <a:defRPr sz="1600">
                <a:solidFill>
                  <a:schemeClr val="bg1"/>
                </a:solidFill>
              </a:defRPr>
            </a:lvl1pPr>
            <a:lvl2pPr marL="411480" indent="-182880">
              <a:spcBef>
                <a:spcPts val="400"/>
              </a:spcBef>
              <a:spcAft>
                <a:spcPts val="400"/>
              </a:spcAft>
              <a:buClrTx/>
              <a:buFont typeface="Arial" panose="020B0604020202020204" pitchFamily="34" charset="0"/>
              <a:buChar char="•"/>
              <a:defRPr sz="1500">
                <a:solidFill>
                  <a:schemeClr val="bg1"/>
                </a:solidFill>
              </a:defRPr>
            </a:lvl2pPr>
            <a:lvl3pPr marL="640080" indent="-182880">
              <a:spcBef>
                <a:spcPts val="400"/>
              </a:spcBef>
              <a:spcAft>
                <a:spcPts val="400"/>
              </a:spcAft>
              <a:buClrTx/>
              <a:buFont typeface="Arial" panose="020B0604020202020204" pitchFamily="34" charset="0"/>
              <a:buChar char="•"/>
              <a:defRPr sz="1500">
                <a:solidFill>
                  <a:schemeClr val="bg1"/>
                </a:solidFill>
              </a:defRPr>
            </a:lvl3pPr>
            <a:lvl4pPr marL="868680" indent="-182880">
              <a:spcBef>
                <a:spcPts val="400"/>
              </a:spcBef>
              <a:spcAft>
                <a:spcPts val="400"/>
              </a:spcAft>
              <a:buClrTx/>
              <a:buFont typeface="Arial" panose="020B0604020202020204" pitchFamily="34" charset="0"/>
              <a:buChar char="•"/>
              <a:defRPr sz="1500">
                <a:solidFill>
                  <a:schemeClr val="bg1"/>
                </a:solidFill>
              </a:defRPr>
            </a:lvl4pPr>
            <a:lvl5pPr marL="1097280" indent="-182880">
              <a:spcBef>
                <a:spcPts val="400"/>
              </a:spcBef>
              <a:spcAft>
                <a:spcPts val="400"/>
              </a:spcAft>
              <a:buClrTx/>
              <a:buFont typeface="Arial" panose="020B0604020202020204" pitchFamily="34" charset="0"/>
              <a:buChar char="•"/>
              <a:defRPr sz="15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E8FAA683-E958-4164-9BFE-A984CB6C2813}" type="slidenum">
              <a:rPr lang="en-US" smtClean="0"/>
              <a:pPr/>
              <a:t>‹#›</a:t>
            </a:fld>
            <a:endParaRPr lang="en-US" dirty="0"/>
          </a:p>
        </p:txBody>
      </p:sp>
    </p:spTree>
    <p:extLst>
      <p:ext uri="{BB962C8B-B14F-4D97-AF65-F5344CB8AC3E}">
        <p14:creationId xmlns:p14="http://schemas.microsoft.com/office/powerpoint/2010/main" val="3537710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DFE0E4-DC3B-04C5-344A-5BE6EE8F2226}"/>
              </a:ext>
            </a:extLst>
          </p:cNvPr>
          <p:cNvSpPr/>
          <p:nvPr userDrawn="1"/>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normAutofit/>
          </a:bodyPr>
          <a:lstStyle>
            <a:lvl1pPr algn="ctr">
              <a:defRPr sz="3500" b="1"/>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lvl1pPr marL="182880" indent="-182880">
              <a:spcBef>
                <a:spcPts val="400"/>
              </a:spcBef>
              <a:spcAft>
                <a:spcPts val="400"/>
              </a:spcAft>
              <a:buClrTx/>
              <a:buFont typeface="Arial" panose="020B0604020202020204" pitchFamily="34" charset="0"/>
              <a:buChar char="•"/>
              <a:defRPr>
                <a:solidFill>
                  <a:schemeClr val="bg1"/>
                </a:solidFill>
              </a:defRPr>
            </a:lvl1pPr>
            <a:lvl2pPr marL="411480" indent="-182880">
              <a:spcBef>
                <a:spcPts val="400"/>
              </a:spcBef>
              <a:spcAft>
                <a:spcPts val="400"/>
              </a:spcAft>
              <a:buClrTx/>
              <a:buFont typeface="Arial" panose="020B0604020202020204" pitchFamily="34" charset="0"/>
              <a:buChar char="•"/>
              <a:defRPr>
                <a:solidFill>
                  <a:schemeClr val="bg1"/>
                </a:solidFill>
              </a:defRPr>
            </a:lvl2pPr>
            <a:lvl3pPr marL="640080" indent="-182880">
              <a:spcBef>
                <a:spcPts val="400"/>
              </a:spcBef>
              <a:spcAft>
                <a:spcPts val="400"/>
              </a:spcAft>
              <a:buClrTx/>
              <a:buFont typeface="Arial" panose="020B0604020202020204" pitchFamily="34" charset="0"/>
              <a:buChar char="•"/>
              <a:defRPr>
                <a:solidFill>
                  <a:schemeClr val="bg1"/>
                </a:solidFill>
              </a:defRPr>
            </a:lvl3pPr>
            <a:lvl4pPr marL="868680" indent="-182880">
              <a:spcBef>
                <a:spcPts val="400"/>
              </a:spcBef>
              <a:spcAft>
                <a:spcPts val="400"/>
              </a:spcAft>
              <a:buClrTx/>
              <a:buFont typeface="Arial" panose="020B0604020202020204" pitchFamily="34" charset="0"/>
              <a:buChar char="•"/>
              <a:defRPr>
                <a:solidFill>
                  <a:schemeClr val="bg1"/>
                </a:solidFill>
              </a:defRPr>
            </a:lvl4pPr>
            <a:lvl5pPr marL="1097280" indent="-182880">
              <a:spcBef>
                <a:spcPts val="400"/>
              </a:spcBef>
              <a:spcAft>
                <a:spcPts val="400"/>
              </a:spcAft>
              <a:buClrTx/>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lvl1pPr>
              <a:defRPr>
                <a:solidFill>
                  <a:schemeClr val="tx1"/>
                </a:solidFill>
              </a:defRPr>
            </a:lvl1pPr>
          </a:lstStyle>
          <a:p>
            <a:fld id="{D5265FCE-4EA8-4CB2-BD29-8D67B545BCB6}" type="datetimeFigureOut">
              <a:rPr lang="en-US" smtClean="0"/>
              <a:pPr/>
              <a:t>7/13/2026</a:t>
            </a:fld>
            <a:endParaRPr lang="en-US" dirty="0"/>
          </a:p>
        </p:txBody>
      </p:sp>
      <p:sp>
        <p:nvSpPr>
          <p:cNvPr id="5" name="Footer Placeholder 4"/>
          <p:cNvSpPr>
            <a:spLocks noGrp="1"/>
          </p:cNvSpPr>
          <p:nvPr>
            <p:ph type="ftr" sz="quarter" idx="11"/>
          </p:nvPr>
        </p:nvSpPr>
        <p:spPr>
          <a:xfrm>
            <a:off x="3776135" y="6422854"/>
            <a:ext cx="4279669" cy="365125"/>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8073048" y="6422854"/>
            <a:ext cx="879759" cy="365125"/>
          </a:xfrm>
        </p:spPr>
        <p:txBody>
          <a:bodyPr/>
          <a:lstStyle>
            <a:lvl1pPr>
              <a:defRPr>
                <a:solidFill>
                  <a:schemeClr val="tx1"/>
                </a:solidFill>
              </a:defRPr>
            </a:lvl1pPr>
          </a:lstStyle>
          <a:p>
            <a:fld id="{E8FAA683-E958-4164-9BFE-A984CB6C2813}" type="slidenum">
              <a:rPr lang="en-US" smtClean="0"/>
              <a:pPr/>
              <a:t>‹#›</a:t>
            </a:fld>
            <a:endParaRPr lang="en-US" dirty="0"/>
          </a:p>
        </p:txBody>
      </p:sp>
    </p:spTree>
    <p:extLst>
      <p:ext uri="{BB962C8B-B14F-4D97-AF65-F5344CB8AC3E}">
        <p14:creationId xmlns:p14="http://schemas.microsoft.com/office/powerpoint/2010/main" val="62851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0" y="6422854"/>
            <a:ext cx="12192000" cy="435146"/>
          </a:xfrm>
          <a:prstGeom prst="rect">
            <a:avLst/>
          </a:prstGeom>
          <a:solidFill>
            <a:srgbClr val="0095C7"/>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bg1"/>
                </a:solidFill>
              </a:defRPr>
            </a:lvl1pPr>
          </a:lstStyle>
          <a:p>
            <a:fld id="{D5265FCE-4EA8-4CB2-BD29-8D67B545BCB6}" type="datetimeFigureOut">
              <a:rPr lang="en-US" smtClean="0"/>
              <a:pPr/>
              <a:t>7/13/2026</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bg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bg1"/>
                </a:solidFill>
              </a:defRPr>
            </a:lvl1pPr>
          </a:lstStyle>
          <a:p>
            <a:fld id="{E8FAA683-E958-4164-9BFE-A984CB6C2813}" type="slidenum">
              <a:rPr lang="en-US" smtClean="0"/>
              <a:pPr/>
              <a:t>‹#›</a:t>
            </a:fld>
            <a:endParaRPr lang="en-US"/>
          </a:p>
        </p:txBody>
      </p:sp>
    </p:spTree>
    <p:extLst>
      <p:ext uri="{BB962C8B-B14F-4D97-AF65-F5344CB8AC3E}">
        <p14:creationId xmlns:p14="http://schemas.microsoft.com/office/powerpoint/2010/main" val="1492257700"/>
      </p:ext>
    </p:extLst>
  </p:cSld>
  <p:clrMap bg1="dk1" tx1="lt1" bg2="dk2" tx2="lt2" accent1="accent1" accent2="accent2" accent3="accent3" accent4="accent4" accent5="accent5" accent6="accent6" hlink="hlink" folHlink="folHlink"/>
  <p:sldLayoutIdLst>
    <p:sldLayoutId id="2147483685" r:id="rId1"/>
    <p:sldLayoutId id="2147483696" r:id="rId2"/>
    <p:sldLayoutId id="2147483686" r:id="rId3"/>
    <p:sldLayoutId id="2147483687" r:id="rId4"/>
    <p:sldLayoutId id="2147483688" r:id="rId5"/>
    <p:sldLayoutId id="2147483697"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ctr" defTabSz="914400" rtl="0" eaLnBrk="1" latinLnBrk="0" hangingPunct="1">
        <a:lnSpc>
          <a:spcPct val="85000"/>
        </a:lnSpc>
        <a:spcBef>
          <a:spcPct val="0"/>
        </a:spcBef>
        <a:buNone/>
        <a:defRPr sz="3500" b="1" kern="1200" cap="none" baseline="0">
          <a:solidFill>
            <a:srgbClr val="0095C7"/>
          </a:solidFill>
          <a:latin typeface="Bebas Neue Pro" panose="020B0506020202050201" pitchFamily="34" charset="0"/>
          <a:ea typeface="+mj-ea"/>
          <a:cs typeface="+mj-cs"/>
        </a:defRPr>
      </a:lvl1pPr>
    </p:titleStyle>
    <p:bodyStyle>
      <a:lvl1pPr marL="182880" indent="-182880" algn="l" defTabSz="914400" rtl="0" eaLnBrk="1" latinLnBrk="0" hangingPunct="1">
        <a:lnSpc>
          <a:spcPct val="90000"/>
        </a:lnSpc>
        <a:spcBef>
          <a:spcPts val="400"/>
        </a:spcBef>
        <a:spcAft>
          <a:spcPts val="400"/>
        </a:spcAft>
        <a:buClr>
          <a:schemeClr val="tx1"/>
        </a:buClr>
        <a:buFont typeface="Wingdings" pitchFamily="2" charset="2"/>
        <a:buChar char=""/>
        <a:defRPr sz="1600" kern="1200">
          <a:solidFill>
            <a:schemeClr val="bg1"/>
          </a:solidFill>
          <a:latin typeface="Titillium" panose="00000500000000000000" pitchFamily="50" charset="0"/>
          <a:ea typeface="+mn-ea"/>
          <a:cs typeface="+mn-cs"/>
        </a:defRPr>
      </a:lvl1pPr>
      <a:lvl2pPr marL="411480" indent="-182880" algn="l" defTabSz="914400" rtl="0" eaLnBrk="1" latinLnBrk="0" hangingPunct="1">
        <a:lnSpc>
          <a:spcPct val="90000"/>
        </a:lnSpc>
        <a:spcBef>
          <a:spcPts val="400"/>
        </a:spcBef>
        <a:spcAft>
          <a:spcPts val="400"/>
        </a:spcAft>
        <a:buClr>
          <a:schemeClr val="tx1"/>
        </a:buClr>
        <a:buFont typeface="Wingdings" pitchFamily="2" charset="2"/>
        <a:buChar char=""/>
        <a:defRPr sz="1500" kern="1200">
          <a:solidFill>
            <a:schemeClr val="bg1"/>
          </a:solidFill>
          <a:latin typeface="Titillium" panose="00000500000000000000" pitchFamily="50" charset="0"/>
          <a:ea typeface="+mn-ea"/>
          <a:cs typeface="+mn-cs"/>
        </a:defRPr>
      </a:lvl2pPr>
      <a:lvl3pPr marL="640080" indent="-182880" algn="l" defTabSz="914400" rtl="0" eaLnBrk="1" latinLnBrk="0" hangingPunct="1">
        <a:lnSpc>
          <a:spcPct val="90000"/>
        </a:lnSpc>
        <a:spcBef>
          <a:spcPts val="400"/>
        </a:spcBef>
        <a:spcAft>
          <a:spcPts val="400"/>
        </a:spcAft>
        <a:buClr>
          <a:schemeClr val="tx1"/>
        </a:buClr>
        <a:buFont typeface="Wingdings" pitchFamily="2" charset="2"/>
        <a:buChar char=""/>
        <a:defRPr sz="1500" kern="1200">
          <a:solidFill>
            <a:schemeClr val="bg1"/>
          </a:solidFill>
          <a:latin typeface="Titillium" panose="00000500000000000000" pitchFamily="50" charset="0"/>
          <a:ea typeface="+mn-ea"/>
          <a:cs typeface="+mn-cs"/>
        </a:defRPr>
      </a:lvl3pPr>
      <a:lvl4pPr marL="868680" indent="-182880" algn="l" defTabSz="914400" rtl="0" eaLnBrk="1" latinLnBrk="0" hangingPunct="1">
        <a:lnSpc>
          <a:spcPct val="90000"/>
        </a:lnSpc>
        <a:spcBef>
          <a:spcPts val="400"/>
        </a:spcBef>
        <a:spcAft>
          <a:spcPts val="400"/>
        </a:spcAft>
        <a:buClr>
          <a:schemeClr val="tx1"/>
        </a:buClr>
        <a:buFont typeface="Wingdings" pitchFamily="2" charset="2"/>
        <a:buChar char=""/>
        <a:defRPr sz="1500" kern="1200">
          <a:solidFill>
            <a:schemeClr val="bg1"/>
          </a:solidFill>
          <a:latin typeface="Titillium" panose="00000500000000000000" pitchFamily="50" charset="0"/>
          <a:ea typeface="+mn-ea"/>
          <a:cs typeface="+mn-cs"/>
        </a:defRPr>
      </a:lvl4pPr>
      <a:lvl5pPr marL="1097280" indent="-182880" algn="l" defTabSz="914400" rtl="0" eaLnBrk="1" latinLnBrk="0" hangingPunct="1">
        <a:lnSpc>
          <a:spcPct val="90000"/>
        </a:lnSpc>
        <a:spcBef>
          <a:spcPts val="400"/>
        </a:spcBef>
        <a:spcAft>
          <a:spcPts val="400"/>
        </a:spcAft>
        <a:buClr>
          <a:schemeClr val="tx1"/>
        </a:buClr>
        <a:buFont typeface="Wingdings" pitchFamily="2" charset="2"/>
        <a:buChar char=""/>
        <a:defRPr sz="1500" kern="1200">
          <a:solidFill>
            <a:schemeClr val="bg1"/>
          </a:solidFill>
          <a:latin typeface="Titillium" panose="00000500000000000000" pitchFamily="50" charset="0"/>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22C3-65EC-255E-BEDA-E2BB47D64D32}"/>
              </a:ext>
            </a:extLst>
          </p:cNvPr>
          <p:cNvSpPr>
            <a:spLocks noGrp="1"/>
          </p:cNvSpPr>
          <p:nvPr>
            <p:ph type="title"/>
          </p:nvPr>
        </p:nvSpPr>
        <p:spPr/>
        <p:txBody>
          <a:bodyPr/>
          <a:lstStyle/>
          <a:p>
            <a:r>
              <a:t>Señales sociales en el lugar de trabajo</a:t>
            </a:r>
          </a:p>
        </p:txBody>
      </p:sp>
      <p:pic>
        <p:nvPicPr>
          <p:cNvPr id="1026" name="Picture 2" descr="Caregiving Tips: Communication Strategies - Alzheimer's San Diego">
            <a:extLst>
              <a:ext uri="{FF2B5EF4-FFF2-40B4-BE49-F238E27FC236}">
                <a16:creationId xmlns:a16="http://schemas.microsoft.com/office/drawing/2014/main" id="{52BD2916-4D64-D56D-0A88-67DE9F154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2774" y="4425308"/>
            <a:ext cx="2046118" cy="1406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18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45A7-83A5-4CB1-9729-ACB4E5111DD9}"/>
              </a:ext>
            </a:extLst>
          </p:cNvPr>
          <p:cNvSpPr>
            <a:spLocks noGrp="1"/>
          </p:cNvSpPr>
          <p:nvPr>
            <p:ph type="title"/>
          </p:nvPr>
        </p:nvSpPr>
        <p:spPr/>
        <p:txBody>
          <a:bodyPr/>
          <a:lstStyle/>
          <a:p>
            <a:r>
              <a:t>¿Qué son las señales sociales?</a:t>
            </a:r>
          </a:p>
        </p:txBody>
      </p:sp>
      <p:sp>
        <p:nvSpPr>
          <p:cNvPr id="3" name="Content Placeholder 2">
            <a:extLst>
              <a:ext uri="{FF2B5EF4-FFF2-40B4-BE49-F238E27FC236}">
                <a16:creationId xmlns:a16="http://schemas.microsoft.com/office/drawing/2014/main" id="{F9854528-A277-A099-20EB-256EB3B3ACC0}"/>
              </a:ext>
            </a:extLst>
          </p:cNvPr>
          <p:cNvSpPr>
            <a:spLocks noGrp="1"/>
          </p:cNvSpPr>
          <p:nvPr>
            <p:ph sz="half" idx="1"/>
          </p:nvPr>
        </p:nvSpPr>
        <p:spPr/>
        <p:txBody>
          <a:bodyPr/>
          <a:lstStyle/>
          <a:p>
            <a:r>
              <a:t>Las señales sociales son las señales y mensajes sutiles que utilizamos para comunicarnos con los demás. </a:t>
            </a:r>
          </a:p>
          <a:p>
            <a:r>
              <a:t>Pueden ser tanto verbales como no verbales. Las señales verbales incluyen palabras habladas, tono de voz y la forma en que usamos el lenguaje. </a:t>
            </a:r>
          </a:p>
          <a:p>
            <a:r>
              <a:t>Las señales no verbales, por otro lado, incluyen expresiones faciales, lenguaje corporal, gestos y contacto visual.</a:t>
            </a:r>
          </a:p>
        </p:txBody>
      </p:sp>
      <p:pic>
        <p:nvPicPr>
          <p:cNvPr id="8" name="Content Placeholder 7">
            <a:extLst>
              <a:ext uri="{FF2B5EF4-FFF2-40B4-BE49-F238E27FC236}">
                <a16:creationId xmlns:a16="http://schemas.microsoft.com/office/drawing/2014/main" id="{DED4BAC3-43D1-4952-B036-9F4ED00B48B0}"/>
              </a:ext>
            </a:extLst>
          </p:cNvPr>
          <p:cNvPicPr>
            <a:picLocks noGrp="1" noChangeAspect="1"/>
          </p:cNvPicPr>
          <p:nvPr>
            <p:ph sz="half" idx="2"/>
          </p:nvPr>
        </p:nvPicPr>
        <p:blipFill rotWithShape="1">
          <a:blip r:embed="rId2"/>
          <a:srcRect b="10430"/>
          <a:stretch/>
        </p:blipFill>
        <p:spPr>
          <a:xfrm>
            <a:off x="6504781" y="2011364"/>
            <a:ext cx="4206875" cy="3768114"/>
          </a:xfrm>
          <a:prstGeom prst="rect">
            <a:avLst/>
          </a:prstGeom>
        </p:spPr>
      </p:pic>
    </p:spTree>
    <p:extLst>
      <p:ext uri="{BB962C8B-B14F-4D97-AF65-F5344CB8AC3E}">
        <p14:creationId xmlns:p14="http://schemas.microsoft.com/office/powerpoint/2010/main" val="3832177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63FE-19C4-3916-FB41-C62303259889}"/>
              </a:ext>
            </a:extLst>
          </p:cNvPr>
          <p:cNvSpPr>
            <a:spLocks noGrp="1"/>
          </p:cNvSpPr>
          <p:nvPr>
            <p:ph type="title"/>
          </p:nvPr>
        </p:nvSpPr>
        <p:spPr/>
        <p:txBody>
          <a:bodyPr/>
          <a:lstStyle/>
          <a:p>
            <a:r>
              <a:t>Físico (lenguaje corporal)</a:t>
            </a:r>
          </a:p>
        </p:txBody>
      </p:sp>
      <p:sp>
        <p:nvSpPr>
          <p:cNvPr id="3" name="Content Placeholder 2">
            <a:extLst>
              <a:ext uri="{FF2B5EF4-FFF2-40B4-BE49-F238E27FC236}">
                <a16:creationId xmlns:a16="http://schemas.microsoft.com/office/drawing/2014/main" id="{F33EBFCC-21BE-90AC-F251-275C199A8B9E}"/>
              </a:ext>
            </a:extLst>
          </p:cNvPr>
          <p:cNvSpPr>
            <a:spLocks noGrp="1"/>
          </p:cNvSpPr>
          <p:nvPr>
            <p:ph sz="half" idx="1"/>
          </p:nvPr>
        </p:nvSpPr>
        <p:spPr/>
        <p:txBody>
          <a:bodyPr>
            <a:normAutofit/>
          </a:bodyPr>
          <a:lstStyle/>
          <a:p>
            <a:r>
              <a:t>Postura​</a:t>
            </a:r>
          </a:p>
          <a:p>
            <a:r>
              <a:t>La postura es la forma en que una persona sostiene su cuerpo. Puede expresar cómo se siente alguien o qué mensaje intenta transmitir.</a:t>
            </a:r>
          </a:p>
          <a:p>
            <a:r>
              <a:t>Gesticular</a:t>
            </a:r>
          </a:p>
          <a:p>
            <a:r>
              <a:t>Algunas personas “hablan con las manos” más que otras, pero los gestos que utilizan suelen tener un significado detrás de ellos.</a:t>
            </a:r>
          </a:p>
          <a:p>
            <a:r>
              <a:t>Inclinando el cuerpo</a:t>
            </a:r>
          </a:p>
          <a:p>
            <a:r>
              <a:t>Inclinar el cuerpo, especialmente las piernas, hacia una persona puede demostrar que estás involucrado en lo que dice o hace.</a:t>
            </a:r>
          </a:p>
          <a:p>
            <a:r>
              <a:t>Del mismo modo, inclinarse hacia la persona también puede mostrar interés.</a:t>
            </a:r>
          </a:p>
        </p:txBody>
      </p:sp>
      <p:pic>
        <p:nvPicPr>
          <p:cNvPr id="5" name="Content Placeholder 4">
            <a:extLst>
              <a:ext uri="{FF2B5EF4-FFF2-40B4-BE49-F238E27FC236}">
                <a16:creationId xmlns:a16="http://schemas.microsoft.com/office/drawing/2014/main" id="{08F7E5FB-7AA2-4799-40C8-22AD70C84DAD}"/>
              </a:ext>
            </a:extLst>
          </p:cNvPr>
          <p:cNvPicPr>
            <a:picLocks noGrp="1" noChangeAspect="1"/>
          </p:cNvPicPr>
          <p:nvPr>
            <p:ph sz="half" idx="2"/>
          </p:nvPr>
        </p:nvPicPr>
        <p:blipFill rotWithShape="1">
          <a:blip r:embed="rId2"/>
          <a:srcRect b="5618"/>
          <a:stretch/>
        </p:blipFill>
        <p:spPr>
          <a:xfrm>
            <a:off x="6230938" y="2529946"/>
            <a:ext cx="4754562" cy="2991623"/>
          </a:xfrm>
          <a:prstGeom prst="rect">
            <a:avLst/>
          </a:prstGeom>
        </p:spPr>
      </p:pic>
    </p:spTree>
    <p:extLst>
      <p:ext uri="{BB962C8B-B14F-4D97-AF65-F5344CB8AC3E}">
        <p14:creationId xmlns:p14="http://schemas.microsoft.com/office/powerpoint/2010/main" val="1436584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8674-2DCB-C48F-E811-E20FE9D78395}"/>
              </a:ext>
            </a:extLst>
          </p:cNvPr>
          <p:cNvSpPr>
            <a:spLocks noGrp="1"/>
          </p:cNvSpPr>
          <p:nvPr>
            <p:ph type="title"/>
          </p:nvPr>
        </p:nvSpPr>
        <p:spPr/>
        <p:txBody>
          <a:bodyPr/>
          <a:lstStyle/>
          <a:p>
            <a:r>
              <a:t>Lenguaje corporal</a:t>
            </a:r>
          </a:p>
        </p:txBody>
      </p:sp>
      <p:sp>
        <p:nvSpPr>
          <p:cNvPr id="3" name="Content Placeholder 2">
            <a:extLst>
              <a:ext uri="{FF2B5EF4-FFF2-40B4-BE49-F238E27FC236}">
                <a16:creationId xmlns:a16="http://schemas.microsoft.com/office/drawing/2014/main" id="{1A076C15-88A4-D1A4-6087-28E9B3221954}"/>
              </a:ext>
            </a:extLst>
          </p:cNvPr>
          <p:cNvSpPr>
            <a:spLocks noGrp="1"/>
          </p:cNvSpPr>
          <p:nvPr>
            <p:ph sz="half" idx="1"/>
          </p:nvPr>
        </p:nvSpPr>
        <p:spPr/>
        <p:txBody>
          <a:bodyPr>
            <a:normAutofit/>
          </a:bodyPr>
          <a:lstStyle/>
          <a:p>
            <a:r>
              <a:t>inquieto</a:t>
            </a:r>
          </a:p>
          <a:p>
            <a:r>
              <a:t>La inquietud puede ser jugar con el cabello, dar golpecitos a un bolígrafo o moverse en una silla, lo que puede dar la impresión de estar desinteresado, desconectado o aburrido.</a:t>
            </a:r>
          </a:p>
          <a:p>
            <a:r>
              <a:t>Tocando</a:t>
            </a:r>
          </a:p>
          <a:p>
            <a:r>
              <a:t>Tocar puede transmitir una amplia variedad de significados, desde intimidad hasta establecimiento de dominio. El contexto lo es todo.</a:t>
            </a:r>
          </a:p>
          <a:p>
            <a:r>
              <a:t>Reflejando​</a:t>
            </a:r>
          </a:p>
          <a:p>
            <a:r>
              <a:t>Es común que las personas imiten o copien los movimientos de la cabeza, los movimientos del cuerpo y las expresiones faciales de otros cuando se comunican.</a:t>
            </a:r>
          </a:p>
        </p:txBody>
      </p:sp>
      <p:pic>
        <p:nvPicPr>
          <p:cNvPr id="5" name="Content Placeholder 4">
            <a:extLst>
              <a:ext uri="{FF2B5EF4-FFF2-40B4-BE49-F238E27FC236}">
                <a16:creationId xmlns:a16="http://schemas.microsoft.com/office/drawing/2014/main" id="{94D2CED6-ED34-0403-6977-F50C9C350A0D}"/>
              </a:ext>
            </a:extLst>
          </p:cNvPr>
          <p:cNvPicPr>
            <a:picLocks noGrp="1" noChangeAspect="1"/>
          </p:cNvPicPr>
          <p:nvPr>
            <p:ph sz="half" idx="2"/>
          </p:nvPr>
        </p:nvPicPr>
        <p:blipFill>
          <a:blip r:embed="rId2"/>
          <a:stretch>
            <a:fillRect/>
          </a:stretch>
        </p:blipFill>
        <p:spPr>
          <a:xfrm>
            <a:off x="6232094" y="2011680"/>
            <a:ext cx="4754562" cy="3168469"/>
          </a:xfrm>
          <a:prstGeom prst="rect">
            <a:avLst/>
          </a:prstGeom>
        </p:spPr>
      </p:pic>
    </p:spTree>
    <p:extLst>
      <p:ext uri="{BB962C8B-B14F-4D97-AF65-F5344CB8AC3E}">
        <p14:creationId xmlns:p14="http://schemas.microsoft.com/office/powerpoint/2010/main" val="3683242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0207-3FC1-F5FE-8D74-14798ED16DFE}"/>
              </a:ext>
            </a:extLst>
          </p:cNvPr>
          <p:cNvSpPr>
            <a:spLocks noGrp="1"/>
          </p:cNvSpPr>
          <p:nvPr>
            <p:ph type="title"/>
          </p:nvPr>
        </p:nvSpPr>
        <p:spPr/>
        <p:txBody>
          <a:bodyPr/>
          <a:lstStyle/>
          <a:p>
            <a:r>
              <a:t>los ojos</a:t>
            </a:r>
          </a:p>
        </p:txBody>
      </p:sp>
      <p:sp>
        <p:nvSpPr>
          <p:cNvPr id="3" name="Content Placeholder 2">
            <a:extLst>
              <a:ext uri="{FF2B5EF4-FFF2-40B4-BE49-F238E27FC236}">
                <a16:creationId xmlns:a16="http://schemas.microsoft.com/office/drawing/2014/main" id="{D3A97DFC-F48F-E455-2AE7-F9A34AB17390}"/>
              </a:ext>
            </a:extLst>
          </p:cNvPr>
          <p:cNvSpPr>
            <a:spLocks noGrp="1"/>
          </p:cNvSpPr>
          <p:nvPr>
            <p:ph sz="half" idx="1"/>
          </p:nvPr>
        </p:nvSpPr>
        <p:spPr/>
        <p:txBody>
          <a:bodyPr>
            <a:normAutofit fontScale="92500" lnSpcReduction="10000"/>
          </a:bodyPr>
          <a:lstStyle/>
          <a:p>
            <a:r>
              <a:t>Los ojos pueden ser un buen indicador de cómo se siente alguien:</a:t>
            </a:r>
          </a:p>
          <a:p>
            <a:r>
              <a:t>Los ojos muy abiertos y las cejas levantadas pueden significar sorpresa o miedo.</a:t>
            </a:r>
          </a:p>
          <a:p>
            <a:r>
              <a:t>Los párpados tensos y las cejas caídas una hacia la otra pueden significar ira o confusión.</a:t>
            </a:r>
          </a:p>
          <a:p>
            <a:r>
              <a:t>Sonreír puede provocar la aparición de arrugas alrededor de los ojos.</a:t>
            </a:r>
          </a:p>
          <a:p>
            <a:r>
              <a:t>Las pupilas dilatadas se consideran un signo de excitación, aunque la iluminación puede influir en esto.11</a:t>
            </a:r>
          </a:p>
          <a:p>
            <a:r>
              <a:t>Mirar a otra persona a los ojos puede mostrar atención e interés, mientras que mirar hacia otro lado o hacia abajo puede indicar malestar o desinterés.1</a:t>
            </a:r>
          </a:p>
          <a:p>
            <a:r>
              <a:t>El contacto visual prolongado o la mirada fija pueden resultar intimidantes o amenazantes.12</a:t>
            </a:r>
          </a:p>
          <a:p>
            <a:r>
              <a:t>Tenga en cuenta que hacer contacto visual puede resultar difícil para algunas personas, incluso si están interesadas y comprometidas.</a:t>
            </a:r>
          </a:p>
        </p:txBody>
      </p:sp>
      <p:pic>
        <p:nvPicPr>
          <p:cNvPr id="5" name="Content Placeholder 4">
            <a:extLst>
              <a:ext uri="{FF2B5EF4-FFF2-40B4-BE49-F238E27FC236}">
                <a16:creationId xmlns:a16="http://schemas.microsoft.com/office/drawing/2014/main" id="{3393F130-2F07-EC8F-6596-6E6E2819F66C}"/>
              </a:ext>
            </a:extLst>
          </p:cNvPr>
          <p:cNvPicPr>
            <a:picLocks noGrp="1" noChangeAspect="1"/>
          </p:cNvPicPr>
          <p:nvPr>
            <p:ph sz="half" idx="2"/>
          </p:nvPr>
        </p:nvPicPr>
        <p:blipFill>
          <a:blip r:embed="rId2"/>
          <a:stretch>
            <a:fillRect/>
          </a:stretch>
        </p:blipFill>
        <p:spPr>
          <a:xfrm>
            <a:off x="6230938" y="2759750"/>
            <a:ext cx="4754562" cy="2710100"/>
          </a:xfrm>
          <a:prstGeom prst="rect">
            <a:avLst/>
          </a:prstGeom>
        </p:spPr>
      </p:pic>
    </p:spTree>
    <p:extLst>
      <p:ext uri="{BB962C8B-B14F-4D97-AF65-F5344CB8AC3E}">
        <p14:creationId xmlns:p14="http://schemas.microsoft.com/office/powerpoint/2010/main" val="3976637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BF21-8966-6CF4-96EB-C55F61252354}"/>
              </a:ext>
            </a:extLst>
          </p:cNvPr>
          <p:cNvSpPr>
            <a:spLocks noGrp="1"/>
          </p:cNvSpPr>
          <p:nvPr>
            <p:ph type="title"/>
          </p:nvPr>
        </p:nvSpPr>
        <p:spPr/>
        <p:txBody>
          <a:bodyPr/>
          <a:lstStyle/>
          <a:p>
            <a:r>
              <a:t>la boca</a:t>
            </a:r>
          </a:p>
        </p:txBody>
      </p:sp>
      <p:sp>
        <p:nvSpPr>
          <p:cNvPr id="3" name="Content Placeholder 2">
            <a:extLst>
              <a:ext uri="{FF2B5EF4-FFF2-40B4-BE49-F238E27FC236}">
                <a16:creationId xmlns:a16="http://schemas.microsoft.com/office/drawing/2014/main" id="{AA29AC6C-A620-1E1B-869C-7495694626D9}"/>
              </a:ext>
            </a:extLst>
          </p:cNvPr>
          <p:cNvSpPr>
            <a:spLocks noGrp="1"/>
          </p:cNvSpPr>
          <p:nvPr>
            <p:ph sz="half" idx="1"/>
          </p:nvPr>
        </p:nvSpPr>
        <p:spPr/>
        <p:txBody>
          <a:bodyPr>
            <a:normAutofit lnSpcReduction="10000"/>
          </a:bodyPr>
          <a:lstStyle/>
          <a:p>
            <a:r>
              <a:t>La boca se comunica de muchas más maneras que las palabras:​</a:t>
            </a:r>
          </a:p>
          <a:p>
            <a:r>
              <a:t>Una boca abierta y sin tensión puede indicar sorpresa.</a:t>
            </a:r>
          </a:p>
          <a:p>
            <a:r>
              <a:t>Los labios apretados, tensos o fruncidos pueden mostrar que una persona está enojada, asustada o escéptica.</a:t>
            </a:r>
          </a:p>
          <a:p>
            <a:r>
              <a:t>Un labio superior levantado y una nariz arrugada pueden indicar disgusto.</a:t>
            </a:r>
          </a:p>
          <a:p>
            <a:r>
              <a:t>Las esquinas dibujadas hacia arriba en una sonrisa pueden significar felicidad. También puede significar astucia, sarcasmo y muchas otras expresiones, según el contexto y el resto de la expresión facial.</a:t>
            </a:r>
          </a:p>
          <a:p>
            <a:r>
              <a:t>Las comisuras caídas o los labios temblorosos pueden mostrar tristeza.</a:t>
            </a:r>
          </a:p>
          <a:p>
            <a:r>
              <a:t>Una persona también puede morderse el labio, lamerse los labios con frecuencia o rechinar o apretar los dientes si está nerviosa o estresada.</a:t>
            </a:r>
          </a:p>
        </p:txBody>
      </p:sp>
      <p:pic>
        <p:nvPicPr>
          <p:cNvPr id="6" name="Content Placeholder 5" descr="A couple of lips with different teeth&#10;&#10;Description automatically generated">
            <a:extLst>
              <a:ext uri="{FF2B5EF4-FFF2-40B4-BE49-F238E27FC236}">
                <a16:creationId xmlns:a16="http://schemas.microsoft.com/office/drawing/2014/main" id="{81C5FA77-6642-6DAA-BF23-9FFD52167B4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32094" y="2011680"/>
            <a:ext cx="4754562" cy="3169708"/>
          </a:xfrm>
        </p:spPr>
      </p:pic>
    </p:spTree>
    <p:extLst>
      <p:ext uri="{BB962C8B-B14F-4D97-AF65-F5344CB8AC3E}">
        <p14:creationId xmlns:p14="http://schemas.microsoft.com/office/powerpoint/2010/main" val="3298795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ADDC-9D84-C68F-CAC3-7B8B61EB87CF}"/>
              </a:ext>
            </a:extLst>
          </p:cNvPr>
          <p:cNvSpPr>
            <a:spLocks noGrp="1"/>
          </p:cNvSpPr>
          <p:nvPr>
            <p:ph type="title"/>
          </p:nvPr>
        </p:nvSpPr>
        <p:spPr/>
        <p:txBody>
          <a:bodyPr/>
          <a:lstStyle/>
          <a:p>
            <a:r>
              <a:t>Vocal</a:t>
            </a:r>
          </a:p>
        </p:txBody>
      </p:sp>
      <p:sp>
        <p:nvSpPr>
          <p:cNvPr id="3" name="Content Placeholder 2">
            <a:extLst>
              <a:ext uri="{FF2B5EF4-FFF2-40B4-BE49-F238E27FC236}">
                <a16:creationId xmlns:a16="http://schemas.microsoft.com/office/drawing/2014/main" id="{680590B6-5E9E-A6AC-3E2B-3C68CA732AEE}"/>
              </a:ext>
            </a:extLst>
          </p:cNvPr>
          <p:cNvSpPr>
            <a:spLocks noGrp="1"/>
          </p:cNvSpPr>
          <p:nvPr>
            <p:ph sz="half" idx="1"/>
          </p:nvPr>
        </p:nvSpPr>
        <p:spPr/>
        <p:txBody>
          <a:bodyPr>
            <a:normAutofit fontScale="92500" lnSpcReduction="20000"/>
          </a:bodyPr>
          <a:lstStyle/>
          <a:p>
            <a:r>
              <a:t>La forma en que decimos las cosas puede determinar el significado de las palabras que usamos.</a:t>
            </a:r>
          </a:p>
          <a:p>
            <a:r>
              <a:t>La inflexión o entonación (cambiar el tono o altura de nuestra voz) puede ser más expresiva y aclarar lo que estamos diciendo. También puede afectar la persuasión y cómo se percibe a las personas.13</a:t>
            </a:r>
          </a:p>
          <a:p>
            <a:r>
              <a:t>Hablar con poca variedad en la inflexión puede dejar claro que estás aburrido y perder el interés de la persona que te escucha.</a:t>
            </a:r>
          </a:p>
          <a:p>
            <a:r>
              <a:t>Variar el tono (la altura y la gravedad de la voz) puede hacer que escuchar sea más agradable.</a:t>
            </a:r>
          </a:p>
          <a:p>
            <a:r>
              <a:t>Énfasis en la voz</a:t>
            </a:r>
          </a:p>
          <a:p>
            <a:r>
              <a:t>También importa dónde se pone el énfasis en las palabras.</a:t>
            </a:r>
          </a:p>
          <a:p>
            <a:r>
              <a:t>"¿Fuiste a la tienda?" Implica sorpresa que ese individuo fuera la persona que fue hasta allí.</a:t>
            </a:r>
          </a:p>
          <a:p>
            <a:r>
              <a:t>"¿Fuiste a la tienda?" sugiere que la ubicación es la fuente de la sorpresa, no la persona.</a:t>
            </a:r>
          </a:p>
          <a:p>
            <a:r>
              <a:t>El volumen también marca la diferencia. Los murmullos pueden sugerir nerviosismo. Gritar puede sugerir entusiasmo o enojo.</a:t>
            </a:r>
          </a:p>
        </p:txBody>
      </p:sp>
      <p:sp>
        <p:nvSpPr>
          <p:cNvPr id="4" name="Content Placeholder 3">
            <a:extLst>
              <a:ext uri="{FF2B5EF4-FFF2-40B4-BE49-F238E27FC236}">
                <a16:creationId xmlns:a16="http://schemas.microsoft.com/office/drawing/2014/main" id="{644D922A-5B4E-267E-761C-3352B010370D}"/>
              </a:ext>
            </a:extLst>
          </p:cNvPr>
          <p:cNvSpPr>
            <a:spLocks noGrp="1"/>
          </p:cNvSpPr>
          <p:nvPr>
            <p:ph sz="half" idx="2"/>
          </p:nvPr>
        </p:nvSpPr>
        <p:spPr/>
        <p:txBody>
          <a:bodyPr>
            <a:normAutofit fontScale="92500" lnSpcReduction="20000"/>
          </a:bodyPr>
          <a:lstStyle/>
          <a:p/>
        </p:txBody>
      </p:sp>
    </p:spTree>
    <p:extLst>
      <p:ext uri="{BB962C8B-B14F-4D97-AF65-F5344CB8AC3E}">
        <p14:creationId xmlns:p14="http://schemas.microsoft.com/office/powerpoint/2010/main" val="295125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D1F6D-09CE-B346-D940-CB5AC6B3FEB9}"/>
              </a:ext>
            </a:extLst>
          </p:cNvPr>
          <p:cNvSpPr>
            <a:spLocks noGrp="1"/>
          </p:cNvSpPr>
          <p:nvPr>
            <p:ph type="title"/>
          </p:nvPr>
        </p:nvSpPr>
        <p:spPr/>
        <p:txBody>
          <a:bodyPr/>
          <a:lstStyle/>
          <a:p>
            <a:r>
              <a:t>Continuación de voz y tono</a:t>
            </a:r>
          </a:p>
        </p:txBody>
      </p:sp>
      <p:sp>
        <p:nvSpPr>
          <p:cNvPr id="3" name="Content Placeholder 2">
            <a:extLst>
              <a:ext uri="{FF2B5EF4-FFF2-40B4-BE49-F238E27FC236}">
                <a16:creationId xmlns:a16="http://schemas.microsoft.com/office/drawing/2014/main" id="{DB7F5FA1-2FA8-C942-0281-651D53C4ABAE}"/>
              </a:ext>
            </a:extLst>
          </p:cNvPr>
          <p:cNvSpPr>
            <a:spLocks noGrp="1"/>
          </p:cNvSpPr>
          <p:nvPr>
            <p:ph sz="half" idx="1"/>
          </p:nvPr>
        </p:nvSpPr>
        <p:spPr/>
        <p:txBody>
          <a:bodyPr/>
          <a:lstStyle/>
          <a:p>
            <a:r>
              <a:t>Habla con claridad y a un ritmo moderado.</a:t>
            </a:r>
          </a:p>
          <a:p>
            <a:r>
              <a:t>Utilice la inflexión para enfatizar puntos importantes.</a:t>
            </a:r>
          </a:p>
          <a:p>
            <a:r>
              <a:t>Evite utilizar un tono demasiado alto o demasiado bajo.</a:t>
            </a:r>
          </a:p>
          <a:p>
            <a:r>
              <a:t>Presta atención a tu respiración e intenta hablar desde tu diafragma.</a:t>
            </a:r>
          </a:p>
        </p:txBody>
      </p:sp>
      <p:sp>
        <p:nvSpPr>
          <p:cNvPr id="4" name="Content Placeholder 3">
            <a:extLst>
              <a:ext uri="{FF2B5EF4-FFF2-40B4-BE49-F238E27FC236}">
                <a16:creationId xmlns:a16="http://schemas.microsoft.com/office/drawing/2014/main" id="{B4785A5A-C5A6-62A6-47B5-10356EBFCE00}"/>
              </a:ext>
            </a:extLst>
          </p:cNvPr>
          <p:cNvSpPr>
            <a:spLocks noGrp="1"/>
          </p:cNvSpPr>
          <p:nvPr>
            <p:ph sz="half" idx="2"/>
          </p:nvPr>
        </p:nvSpPr>
        <p:spPr/>
        <p:txBody>
          <a:bodyPr/>
          <a:lstStyle/>
          <a:p/>
        </p:txBody>
      </p:sp>
    </p:spTree>
    <p:extLst>
      <p:ext uri="{BB962C8B-B14F-4D97-AF65-F5344CB8AC3E}">
        <p14:creationId xmlns:p14="http://schemas.microsoft.com/office/powerpoint/2010/main" val="3909813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4EEE-6BE2-0FA5-B1F2-225C89C0A4FF}"/>
              </a:ext>
            </a:extLst>
          </p:cNvPr>
          <p:cNvSpPr>
            <a:spLocks noGrp="1"/>
          </p:cNvSpPr>
          <p:nvPr>
            <p:ph type="title"/>
          </p:nvPr>
        </p:nvSpPr>
        <p:spPr/>
        <p:txBody>
          <a:bodyPr/>
          <a:lstStyle/>
          <a:p>
            <a:r>
              <a:t>Escucha activa</a:t>
            </a:r>
          </a:p>
        </p:txBody>
      </p:sp>
      <p:sp>
        <p:nvSpPr>
          <p:cNvPr id="3" name="Content Placeholder 2">
            <a:extLst>
              <a:ext uri="{FF2B5EF4-FFF2-40B4-BE49-F238E27FC236}">
                <a16:creationId xmlns:a16="http://schemas.microsoft.com/office/drawing/2014/main" id="{D007C813-1241-BBED-EFC8-0E2785679D2F}"/>
              </a:ext>
            </a:extLst>
          </p:cNvPr>
          <p:cNvSpPr>
            <a:spLocks noGrp="1"/>
          </p:cNvSpPr>
          <p:nvPr>
            <p:ph sz="half" idx="1"/>
          </p:nvPr>
        </p:nvSpPr>
        <p:spPr/>
        <p:txBody>
          <a:bodyPr>
            <a:normAutofit/>
          </a:bodyPr>
          <a:lstStyle/>
          <a:p>
            <a:r>
              <a:t>La escucha activa significa que no sólo estás escuchando las palabras, sino también prestando atención al tono y al lenguaje corporal del hablante.</a:t>
            </a:r>
          </a:p>
          <a:p>
            <a:r>
              <a:t>A continuación se ofrecen algunos consejos para mejorar sus habilidades de escucha activa:</a:t>
            </a:r>
          </a:p>
          <a:p>
            <a:r>
              <a:t>Haga contacto visual con la persona que habla, pero no la mire fijamente.</a:t>
            </a:r>
          </a:p>
          <a:p>
            <a:r>
              <a:t>Asiente con la cabeza o utiliza otras señales no verbales para demostrar que estás escuchando.</a:t>
            </a:r>
          </a:p>
          <a:p>
            <a:r>
              <a:t>Evite distracciones, como revisar su teléfono o mirar alrededor de la habitación.</a:t>
            </a:r>
          </a:p>
          <a:p>
            <a:r>
              <a:t>Repita lo que dijo la persona para asegurarse de haber entendido correctamente.</a:t>
            </a:r>
          </a:p>
        </p:txBody>
      </p:sp>
      <p:pic>
        <p:nvPicPr>
          <p:cNvPr id="5" name="Content Placeholder 4">
            <a:extLst>
              <a:ext uri="{FF2B5EF4-FFF2-40B4-BE49-F238E27FC236}">
                <a16:creationId xmlns:a16="http://schemas.microsoft.com/office/drawing/2014/main" id="{D29A70F2-1B09-0AA1-E2CB-573E505F3BDC}"/>
              </a:ext>
            </a:extLst>
          </p:cNvPr>
          <p:cNvPicPr>
            <a:picLocks noGrp="1" noChangeAspect="1"/>
          </p:cNvPicPr>
          <p:nvPr>
            <p:ph sz="half" idx="2"/>
          </p:nvPr>
        </p:nvPicPr>
        <p:blipFill>
          <a:blip r:embed="rId2"/>
          <a:stretch>
            <a:fillRect/>
          </a:stretch>
        </p:blipFill>
        <p:spPr>
          <a:xfrm>
            <a:off x="6481335" y="1792936"/>
            <a:ext cx="4206875" cy="4206875"/>
          </a:xfrm>
          <a:prstGeom prst="rect">
            <a:avLst/>
          </a:prstGeom>
        </p:spPr>
      </p:pic>
    </p:spTree>
    <p:extLst>
      <p:ext uri="{BB962C8B-B14F-4D97-AF65-F5344CB8AC3E}">
        <p14:creationId xmlns:p14="http://schemas.microsoft.com/office/powerpoint/2010/main" val="1439886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DB82E-41EF-9B48-2E39-FAE87ABCF861}"/>
              </a:ext>
            </a:extLst>
          </p:cNvPr>
          <p:cNvSpPr>
            <a:spLocks noGrp="1"/>
          </p:cNvSpPr>
          <p:nvPr>
            <p:ph type="title"/>
          </p:nvPr>
        </p:nvSpPr>
        <p:spPr/>
        <p:txBody>
          <a:bodyPr/>
          <a:lstStyle/>
          <a:p>
            <a:r>
              <a:t>No verbal: Proxémica (Espacio personal)</a:t>
            </a:r>
          </a:p>
        </p:txBody>
      </p:sp>
      <p:sp>
        <p:nvSpPr>
          <p:cNvPr id="3" name="Content Placeholder 2">
            <a:extLst>
              <a:ext uri="{FF2B5EF4-FFF2-40B4-BE49-F238E27FC236}">
                <a16:creationId xmlns:a16="http://schemas.microsoft.com/office/drawing/2014/main" id="{4BDE8D98-643A-A6BE-70F9-C57F82EBC288}"/>
              </a:ext>
            </a:extLst>
          </p:cNvPr>
          <p:cNvSpPr>
            <a:spLocks noGrp="1"/>
          </p:cNvSpPr>
          <p:nvPr>
            <p:ph sz="half" idx="1"/>
          </p:nvPr>
        </p:nvSpPr>
        <p:spPr/>
        <p:txBody>
          <a:bodyPr>
            <a:normAutofit/>
          </a:bodyPr>
          <a:lstStyle/>
          <a:p>
            <a:r>
              <a:t>La proxémica, también conocida como espacio personal, se refiere a qué tan cerca está una persona de otra. A menudo indica un nivel de comodidad o intimidad entre ellos.</a:t>
            </a:r>
          </a:p>
          <a:p>
            <a:r>
              <a:t>Íntimo (18 pulgadas o menos): padres e hijos, amantes, cónyuges y parejas.</a:t>
            </a:r>
          </a:p>
          <a:p>
            <a:r>
              <a:t>Personal (1,5 – 4 pies): Amigos cercanos.</a:t>
            </a:r>
          </a:p>
          <a:p>
            <a:r>
              <a:t>Social (4 – 12 pies): amigos y compañeros de trabajo.</a:t>
            </a:r>
          </a:p>
          <a:p>
            <a:r>
              <a:t>Público (12 pies o más): extraños y funcionarios</a:t>
            </a:r>
          </a:p>
          <a:p>
            <a:r>
              <a:t>Estas zonas se basan en la cultura estadounidense. Las normas proxémicas varían significativamente entre culturas.</a:t>
            </a:r>
          </a:p>
          <a:p>
            <a:r>
              <a:t>El contexto es clave en el espacio personal.</a:t>
            </a:r>
          </a:p>
          <a:p>
            <a:r>
              <a:t>El espacio personal también puede verse invadido por la falta de higiene y el ruido.</a:t>
            </a:r>
          </a:p>
        </p:txBody>
      </p:sp>
      <p:sp>
        <p:nvSpPr>
          <p:cNvPr id="4" name="Content Placeholder 3">
            <a:extLst>
              <a:ext uri="{FF2B5EF4-FFF2-40B4-BE49-F238E27FC236}">
                <a16:creationId xmlns:a16="http://schemas.microsoft.com/office/drawing/2014/main" id="{E7355760-CE28-635A-14E6-3C7E26BD5675}"/>
              </a:ext>
            </a:extLst>
          </p:cNvPr>
          <p:cNvSpPr>
            <a:spLocks noGrp="1"/>
          </p:cNvSpPr>
          <p:nvPr>
            <p:ph sz="half" idx="2"/>
          </p:nvPr>
        </p:nvSpPr>
        <p:spPr/>
        <p:txBody>
          <a:bodyPr>
            <a:normAutofit/>
          </a:bodyPr>
          <a:lstStyle/>
          <a:p/>
        </p:txBody>
      </p:sp>
    </p:spTree>
    <p:extLst>
      <p:ext uri="{BB962C8B-B14F-4D97-AF65-F5344CB8AC3E}">
        <p14:creationId xmlns:p14="http://schemas.microsoft.com/office/powerpoint/2010/main" val="1642083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23A0D-6659-DACC-92A1-0BF202D3C820}"/>
              </a:ext>
            </a:extLst>
          </p:cNvPr>
          <p:cNvSpPr>
            <a:spLocks noGrp="1"/>
          </p:cNvSpPr>
          <p:nvPr>
            <p:ph type="title"/>
          </p:nvPr>
        </p:nvSpPr>
        <p:spPr/>
        <p:txBody>
          <a:bodyPr/>
          <a:lstStyle/>
          <a:p>
            <a:r>
              <a:t>No verbal: ropa</a:t>
            </a:r>
          </a:p>
        </p:txBody>
      </p:sp>
      <p:sp>
        <p:nvSpPr>
          <p:cNvPr id="3" name="Content Placeholder 2">
            <a:extLst>
              <a:ext uri="{FF2B5EF4-FFF2-40B4-BE49-F238E27FC236}">
                <a16:creationId xmlns:a16="http://schemas.microsoft.com/office/drawing/2014/main" id="{030F895D-339A-05B5-DF3E-A03778A389A9}"/>
              </a:ext>
            </a:extLst>
          </p:cNvPr>
          <p:cNvSpPr>
            <a:spLocks noGrp="1"/>
          </p:cNvSpPr>
          <p:nvPr>
            <p:ph sz="half" idx="1"/>
          </p:nvPr>
        </p:nvSpPr>
        <p:spPr/>
        <p:txBody>
          <a:bodyPr>
            <a:normAutofit/>
          </a:bodyPr>
          <a:lstStyle/>
          <a:p>
            <a:r>
              <a:t>La ropa puede decir mucho sobre una persona. Una persona que viste uniforme militar probablemente sea un soldado. Una persona con una bata de laboratorio blanca probablemente esté en el campo médico o científico.</a:t>
            </a:r>
          </a:p>
          <a:p>
            <a:r>
              <a:t>Algunas prendas son menos obvias, pero aún nos dan pistas sobre quién las usa y en qué contexto.</a:t>
            </a:r>
          </a:p>
          <a:p>
            <a:r>
              <a:t>La ropa "formal" frente a la "informal" se considera apropiada en diferentes entornos.</a:t>
            </a:r>
          </a:p>
          <a:p>
            <a:r>
              <a:t>Es probable que alguien que vaya a una entrevista de trabajo se vista de una manera que proyecte profesionalismo, mientras que es poco probable que alguien use un traje de poder para un partido de béisbol con amigos.</a:t>
            </a:r>
          </a:p>
        </p:txBody>
      </p:sp>
      <p:sp>
        <p:nvSpPr>
          <p:cNvPr id="4" name="Content Placeholder 3">
            <a:extLst>
              <a:ext uri="{FF2B5EF4-FFF2-40B4-BE49-F238E27FC236}">
                <a16:creationId xmlns:a16="http://schemas.microsoft.com/office/drawing/2014/main" id="{35FC3FD2-C0AC-C319-968E-7A4008FD1114}"/>
              </a:ext>
            </a:extLst>
          </p:cNvPr>
          <p:cNvSpPr>
            <a:spLocks noGrp="1"/>
          </p:cNvSpPr>
          <p:nvPr>
            <p:ph sz="half" idx="2"/>
          </p:nvPr>
        </p:nvSpPr>
        <p:spPr/>
        <p:txBody>
          <a:bodyPr>
            <a:normAutofit/>
          </a:bodyPr>
          <a:lstStyle/>
          <a:p/>
        </p:txBody>
      </p:sp>
    </p:spTree>
    <p:extLst>
      <p:ext uri="{BB962C8B-B14F-4D97-AF65-F5344CB8AC3E}">
        <p14:creationId xmlns:p14="http://schemas.microsoft.com/office/powerpoint/2010/main" val="3978684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2EBC8-AC0F-84D3-4116-6A7DDD51D59E}"/>
              </a:ext>
            </a:extLst>
          </p:cNvPr>
          <p:cNvSpPr>
            <a:spLocks noGrp="1"/>
          </p:cNvSpPr>
          <p:nvPr>
            <p:ph type="title"/>
          </p:nvPr>
        </p:nvSpPr>
        <p:spPr/>
        <p:txBody>
          <a:bodyPr/>
          <a:lstStyle/>
          <a:p>
            <a:r>
              <a:t>leyendo la habitación</a:t>
            </a:r>
          </a:p>
        </p:txBody>
      </p:sp>
      <p:sp>
        <p:nvSpPr>
          <p:cNvPr id="3" name="Content Placeholder 2">
            <a:extLst>
              <a:ext uri="{FF2B5EF4-FFF2-40B4-BE49-F238E27FC236}">
                <a16:creationId xmlns:a16="http://schemas.microsoft.com/office/drawing/2014/main" id="{39370F3B-2972-7FCD-E9AC-DC61E43A6DE7}"/>
              </a:ext>
            </a:extLst>
          </p:cNvPr>
          <p:cNvSpPr>
            <a:spLocks noGrp="1"/>
          </p:cNvSpPr>
          <p:nvPr>
            <p:ph sz="half" idx="1"/>
          </p:nvPr>
        </p:nvSpPr>
        <p:spPr/>
        <p:txBody>
          <a:bodyPr>
            <a:normAutofit/>
          </a:bodyPr>
          <a:lstStyle/>
          <a:p>
            <a:r>
              <a:t>Presta atención al lenguaje corporal</a:t>
            </a:r>
          </a:p>
          <a:p>
            <a:r>
              <a:t>Observa las expresiones faciales.</a:t>
            </a:r>
          </a:p>
          <a:p>
            <a:r>
              <a:t>Escuche el tono de voz.</a:t>
            </a:r>
          </a:p>
          <a:p>
            <a:r>
              <a:t>entender gestos</a:t>
            </a:r>
          </a:p>
          <a:p>
            <a:r>
              <a:t>Mantener contacto visual</a:t>
            </a:r>
          </a:p>
          <a:p>
            <a:r>
              <a:t>Evaluar la distancia y el espacio personal</a:t>
            </a:r>
          </a:p>
          <a:p>
            <a:r>
              <a:t>Reconocer el significado del silencio</a:t>
            </a:r>
          </a:p>
        </p:txBody>
      </p:sp>
      <p:sp>
        <p:nvSpPr>
          <p:cNvPr id="4" name="Content Placeholder 3">
            <a:extLst>
              <a:ext uri="{FF2B5EF4-FFF2-40B4-BE49-F238E27FC236}">
                <a16:creationId xmlns:a16="http://schemas.microsoft.com/office/drawing/2014/main" id="{BB2FAEC2-3F92-C6BB-5134-6CBF630451C1}"/>
              </a:ext>
            </a:extLst>
          </p:cNvPr>
          <p:cNvSpPr>
            <a:spLocks noGrp="1"/>
          </p:cNvSpPr>
          <p:nvPr>
            <p:ph sz="half" idx="2"/>
          </p:nvPr>
        </p:nvSpPr>
        <p:spPr/>
        <p:txBody>
          <a:bodyPr>
            <a:normAutofit/>
          </a:bodyPr>
          <a:lstStyle/>
          <a:p/>
        </p:txBody>
      </p:sp>
    </p:spTree>
    <p:extLst>
      <p:ext uri="{BB962C8B-B14F-4D97-AF65-F5344CB8AC3E}">
        <p14:creationId xmlns:p14="http://schemas.microsoft.com/office/powerpoint/2010/main" val="887167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2F261-80ED-EEC9-5E77-1DC6BB43A3F5}"/>
              </a:ext>
            </a:extLst>
          </p:cNvPr>
          <p:cNvSpPr>
            <a:spLocks noGrp="1"/>
          </p:cNvSpPr>
          <p:nvPr>
            <p:ph type="title"/>
          </p:nvPr>
        </p:nvSpPr>
        <p:spPr/>
        <p:txBody>
          <a:bodyPr/>
          <a:lstStyle/>
          <a:p>
            <a:r>
              <a:t>Consejos para mejorar las habilidades sociales y comprender las señales sociales</a:t>
            </a:r>
          </a:p>
        </p:txBody>
      </p:sp>
      <p:sp>
        <p:nvSpPr>
          <p:cNvPr id="3" name="Content Placeholder 2">
            <a:extLst>
              <a:ext uri="{FF2B5EF4-FFF2-40B4-BE49-F238E27FC236}">
                <a16:creationId xmlns:a16="http://schemas.microsoft.com/office/drawing/2014/main" id="{B74F4043-2A81-0407-9EC4-A4AD1FEDE7B0}"/>
              </a:ext>
            </a:extLst>
          </p:cNvPr>
          <p:cNvSpPr>
            <a:spLocks noGrp="1"/>
          </p:cNvSpPr>
          <p:nvPr>
            <p:ph sz="half" idx="1"/>
          </p:nvPr>
        </p:nvSpPr>
        <p:spPr/>
        <p:txBody>
          <a:bodyPr>
            <a:normAutofit/>
          </a:bodyPr>
          <a:lstStyle/>
          <a:p>
            <a:r>
              <a:t>Mantente atento a tu entorno</a:t>
            </a:r>
          </a:p>
          <a:p>
            <a:r>
              <a:t>Observa el lenguaje corporal</a:t>
            </a:r>
          </a:p>
          <a:p>
            <a:r>
              <a:t>buscar aclaración</a:t>
            </a:r>
          </a:p>
          <a:p>
            <a:r>
              <a:t>Practica la empatía y la paciencia</a:t>
            </a:r>
          </a:p>
          <a:p>
            <a:r>
              <a:t>Participar en interacciones sociales regulares</a:t>
            </a:r>
          </a:p>
          <a:p>
            <a:r>
              <a:t>Leer expresiones faciales</a:t>
            </a:r>
          </a:p>
          <a:p>
            <a:r>
              <a:t>Escuche el tono de voz.</a:t>
            </a:r>
          </a:p>
          <a:p>
            <a:r>
              <a:t>Busque inconsistencias</a:t>
            </a:r>
          </a:p>
          <a:p>
            <a:r>
              <a:t>Practica la escucha activa</a:t>
            </a:r>
          </a:p>
          <a:p>
            <a:r>
              <a:t>buscar comentarios​</a:t>
            </a:r>
          </a:p>
          <a:p>
            <a:r>
              <a:t>Entender el contexto</a:t>
            </a:r>
          </a:p>
        </p:txBody>
      </p:sp>
      <p:sp>
        <p:nvSpPr>
          <p:cNvPr id="4" name="Content Placeholder 3">
            <a:extLst>
              <a:ext uri="{FF2B5EF4-FFF2-40B4-BE49-F238E27FC236}">
                <a16:creationId xmlns:a16="http://schemas.microsoft.com/office/drawing/2014/main" id="{EF41BC82-5463-A817-C01F-34BF9ECD5543}"/>
              </a:ext>
            </a:extLst>
          </p:cNvPr>
          <p:cNvSpPr>
            <a:spLocks noGrp="1"/>
          </p:cNvSpPr>
          <p:nvPr>
            <p:ph sz="half" idx="2"/>
          </p:nvPr>
        </p:nvSpPr>
        <p:spPr/>
        <p:txBody>
          <a:bodyPr>
            <a:normAutofit/>
          </a:bodyPr>
          <a:lstStyle/>
          <a:p/>
        </p:txBody>
      </p:sp>
    </p:spTree>
    <p:extLst>
      <p:ext uri="{BB962C8B-B14F-4D97-AF65-F5344CB8AC3E}">
        <p14:creationId xmlns:p14="http://schemas.microsoft.com/office/powerpoint/2010/main" val="1313666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B4C3-28AE-3F67-E6A7-2EAB6B484A8C}"/>
              </a:ext>
            </a:extLst>
          </p:cNvPr>
          <p:cNvSpPr>
            <a:spLocks noGrp="1"/>
          </p:cNvSpPr>
          <p:nvPr>
            <p:ph type="title"/>
          </p:nvPr>
        </p:nvSpPr>
        <p:spPr/>
        <p:txBody>
          <a:bodyPr/>
          <a:lstStyle/>
          <a:p>
            <a:r>
              <a:t>La importancia del contexto</a:t>
            </a:r>
          </a:p>
        </p:txBody>
      </p:sp>
      <p:sp>
        <p:nvSpPr>
          <p:cNvPr id="3" name="Content Placeholder 2">
            <a:extLst>
              <a:ext uri="{FF2B5EF4-FFF2-40B4-BE49-F238E27FC236}">
                <a16:creationId xmlns:a16="http://schemas.microsoft.com/office/drawing/2014/main" id="{8FDA5F27-AF9A-3C7E-35C1-25A019660F39}"/>
              </a:ext>
            </a:extLst>
          </p:cNvPr>
          <p:cNvSpPr>
            <a:spLocks noGrp="1"/>
          </p:cNvSpPr>
          <p:nvPr>
            <p:ph sz="half" idx="1"/>
          </p:nvPr>
        </p:nvSpPr>
        <p:spPr/>
        <p:txBody>
          <a:bodyPr/>
          <a:lstStyle/>
          <a:p>
            <a:r>
              <a:t>El contexto juega un papel crucial en la interpretación precisa de las señales sociales. La misma señal, como una sonrisa o un gesto, puede tener diferentes significados según la situación, la cultura y la relación entre los individuos involucrados. Ser consciente del contexto puede ayudarle a evitar malinterpretar las señales sociales y mejorar su comprensión general de las interacciones sociales.</a:t>
            </a:r>
          </a:p>
          <a:p>
            <a:r>
              <a:t>Considerar el contexto de cada interacción puede ayudarlo a interpretar y responder mejor a las señales sociales, lo que lleva a interacciones sociales más exitosas y significativas.</a:t>
            </a:r>
          </a:p>
        </p:txBody>
      </p:sp>
      <p:sp>
        <p:nvSpPr>
          <p:cNvPr id="4" name="Content Placeholder 3">
            <a:extLst>
              <a:ext uri="{FF2B5EF4-FFF2-40B4-BE49-F238E27FC236}">
                <a16:creationId xmlns:a16="http://schemas.microsoft.com/office/drawing/2014/main" id="{8C507BD1-41D3-6F56-BB77-42ED089A4D2E}"/>
              </a:ext>
            </a:extLst>
          </p:cNvPr>
          <p:cNvSpPr>
            <a:spLocks noGrp="1"/>
          </p:cNvSpPr>
          <p:nvPr>
            <p:ph sz="half" idx="2"/>
          </p:nvPr>
        </p:nvSpPr>
        <p:spPr/>
        <p:txBody>
          <a:bodyPr/>
          <a:lstStyle/>
          <a:p/>
        </p:txBody>
      </p:sp>
    </p:spTree>
    <p:extLst>
      <p:ext uri="{BB962C8B-B14F-4D97-AF65-F5344CB8AC3E}">
        <p14:creationId xmlns:p14="http://schemas.microsoft.com/office/powerpoint/2010/main" val="2169774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28ABF-262F-5DE2-2BA3-8764AE13CE4D}"/>
              </a:ext>
            </a:extLst>
          </p:cNvPr>
          <p:cNvSpPr>
            <a:spLocks noGrp="1"/>
          </p:cNvSpPr>
          <p:nvPr>
            <p:ph type="title"/>
          </p:nvPr>
        </p:nvSpPr>
        <p:spPr/>
        <p:txBody>
          <a:bodyPr/>
          <a:lstStyle/>
          <a:p>
            <a:r>
              <a:t>Crear un lugar de trabajo positivo a través de la comunicación no verbal</a:t>
            </a:r>
          </a:p>
        </p:txBody>
      </p:sp>
      <p:sp>
        <p:nvSpPr>
          <p:cNvPr id="3" name="Content Placeholder 2">
            <a:extLst>
              <a:ext uri="{FF2B5EF4-FFF2-40B4-BE49-F238E27FC236}">
                <a16:creationId xmlns:a16="http://schemas.microsoft.com/office/drawing/2014/main" id="{B58604E4-F04B-39DD-2E60-8BC932D81D8C}"/>
              </a:ext>
            </a:extLst>
          </p:cNvPr>
          <p:cNvSpPr>
            <a:spLocks noGrp="1"/>
          </p:cNvSpPr>
          <p:nvPr>
            <p:ph sz="half" idx="1"/>
          </p:nvPr>
        </p:nvSpPr>
        <p:spPr/>
        <p:txBody>
          <a:bodyPr/>
          <a:lstStyle/>
          <a:p>
            <a:r>
              <a:t>Mantener contacto visual durante las conversaciones</a:t>
            </a:r>
          </a:p>
          <a:p>
            <a:r>
              <a:t>Sonreír y usar expresiones faciales amigables.</a:t>
            </a:r>
          </a:p>
          <a:p>
            <a:r>
              <a:t>Usar un lenguaje corporal abierto, como brazos o piernas sin cruzar.</a:t>
            </a:r>
          </a:p>
          <a:p>
            <a:r>
              <a:t>Usar un tono de voz apropiado para transmitir su mensaje</a:t>
            </a:r>
          </a:p>
        </p:txBody>
      </p:sp>
      <p:sp>
        <p:nvSpPr>
          <p:cNvPr id="4" name="Content Placeholder 3">
            <a:extLst>
              <a:ext uri="{FF2B5EF4-FFF2-40B4-BE49-F238E27FC236}">
                <a16:creationId xmlns:a16="http://schemas.microsoft.com/office/drawing/2014/main" id="{E07BAE5C-81B9-7E47-5825-2AD6D714825F}"/>
              </a:ext>
            </a:extLst>
          </p:cNvPr>
          <p:cNvSpPr>
            <a:spLocks noGrp="1"/>
          </p:cNvSpPr>
          <p:nvPr>
            <p:ph sz="half" idx="2"/>
          </p:nvPr>
        </p:nvSpPr>
        <p:spPr/>
        <p:txBody>
          <a:bodyPr/>
          <a:lstStyle/>
          <a:p/>
        </p:txBody>
      </p:sp>
    </p:spTree>
    <p:extLst>
      <p:ext uri="{BB962C8B-B14F-4D97-AF65-F5344CB8AC3E}">
        <p14:creationId xmlns:p14="http://schemas.microsoft.com/office/powerpoint/2010/main" val="1985107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87F1C-3208-4A5B-88BF-520C6DFAC599}"/>
              </a:ext>
            </a:extLst>
          </p:cNvPr>
          <p:cNvSpPr>
            <a:spLocks noGrp="1"/>
          </p:cNvSpPr>
          <p:nvPr>
            <p:ph type="title"/>
          </p:nvPr>
        </p:nvSpPr>
        <p:spPr/>
        <p:txBody>
          <a:bodyPr/>
          <a:lstStyle/>
          <a:p>
            <a:r>
              <a:t>Comunicación y moral de los empleados</a:t>
            </a:r>
          </a:p>
        </p:txBody>
      </p:sp>
      <p:sp>
        <p:nvSpPr>
          <p:cNvPr id="3" name="Content Placeholder 2">
            <a:extLst>
              <a:ext uri="{FF2B5EF4-FFF2-40B4-BE49-F238E27FC236}">
                <a16:creationId xmlns:a16="http://schemas.microsoft.com/office/drawing/2014/main" id="{CBC50777-A7E8-B01D-5ECF-1ADE80559F50}"/>
              </a:ext>
            </a:extLst>
          </p:cNvPr>
          <p:cNvSpPr>
            <a:spLocks noGrp="1"/>
          </p:cNvSpPr>
          <p:nvPr>
            <p:ph sz="half" idx="1"/>
          </p:nvPr>
        </p:nvSpPr>
        <p:spPr/>
        <p:txBody>
          <a:bodyPr/>
          <a:lstStyle/>
          <a:p>
            <a:r>
              <a:t>Ofrecer un saludo amistoso cuando vea a sus colegas.</a:t>
            </a:r>
          </a:p>
          <a:p>
            <a:r>
              <a:t>Usar un lenguaje corporal positivo durante reuniones y conversaciones</a:t>
            </a:r>
          </a:p>
          <a:p>
            <a:r>
              <a:t>Usar un tono de voz apropiado para transmitir su mensaje</a:t>
            </a:r>
          </a:p>
          <a:p>
            <a:r>
              <a:t>Ofrecer señales no verbales de apoyo y aliento cuando sus colegas tienen dificultades.</a:t>
            </a:r>
          </a:p>
        </p:txBody>
      </p:sp>
      <p:sp>
        <p:nvSpPr>
          <p:cNvPr id="4" name="Content Placeholder 3">
            <a:extLst>
              <a:ext uri="{FF2B5EF4-FFF2-40B4-BE49-F238E27FC236}">
                <a16:creationId xmlns:a16="http://schemas.microsoft.com/office/drawing/2014/main" id="{4E8B4929-7851-D150-898E-50F0DEB0F83B}"/>
              </a:ext>
            </a:extLst>
          </p:cNvPr>
          <p:cNvSpPr>
            <a:spLocks noGrp="1"/>
          </p:cNvSpPr>
          <p:nvPr>
            <p:ph sz="half" idx="2"/>
          </p:nvPr>
        </p:nvSpPr>
        <p:spPr/>
        <p:txBody>
          <a:bodyPr/>
          <a:lstStyle/>
          <a:p/>
        </p:txBody>
      </p:sp>
    </p:spTree>
    <p:extLst>
      <p:ext uri="{BB962C8B-B14F-4D97-AF65-F5344CB8AC3E}">
        <p14:creationId xmlns:p14="http://schemas.microsoft.com/office/powerpoint/2010/main" val="2499704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7133DAC-D0FA-44A6-A64F-8552CB1B01C6}" vid="{9C44309C-404B-46DC-AC27-BB0319B041D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3AEE3B5FC65B4990C6814541B72DD5" ma:contentTypeVersion="4" ma:contentTypeDescription="Create a new document." ma:contentTypeScope="" ma:versionID="c0d253686514db52cbc5b1cd1282f15d">
  <xsd:schema xmlns:xsd="http://www.w3.org/2001/XMLSchema" xmlns:xs="http://www.w3.org/2001/XMLSchema" xmlns:p="http://schemas.microsoft.com/office/2006/metadata/properties" xmlns:ns2="db447f79-5098-43aa-b868-58273883cfdc" targetNamespace="http://schemas.microsoft.com/office/2006/metadata/properties" ma:root="true" ma:fieldsID="46758cc59a2e5624971149dc83223817" ns2:_="">
    <xsd:import namespace="db447f79-5098-43aa-b868-58273883cfd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447f79-5098-43aa-b868-58273883cf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DDF9A0-4206-41F2-A6DF-8DA7A47B3016}">
  <ds:schemaRefs>
    <ds:schemaRef ds:uri="http://schemas.microsoft.com/sharepoint/v3/contenttype/forms"/>
  </ds:schemaRefs>
</ds:datastoreItem>
</file>

<file path=customXml/itemProps2.xml><?xml version="1.0" encoding="utf-8"?>
<ds:datastoreItem xmlns:ds="http://schemas.openxmlformats.org/officeDocument/2006/customXml" ds:itemID="{7812F14B-E246-4B85-8FC1-B7D5206CC7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447f79-5098-43aa-b868-58273883cf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438BD3-7818-47E5-A02A-6D55BDE5D6D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 Works brand powerpoint template - update 2</Template>
  <TotalTime>289</TotalTime>
  <Words>1364</Words>
  <Application>Microsoft Office PowerPoint</Application>
  <PresentationFormat>Widescreen</PresentationFormat>
  <Paragraphs>106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Banded</vt:lpstr>
      <vt:lpstr>Social Cues In The Workplace</vt:lpstr>
      <vt:lpstr>What Are Social Cues?</vt:lpstr>
      <vt:lpstr>Physical (Body Language)</vt:lpstr>
      <vt:lpstr>Body Language </vt:lpstr>
      <vt:lpstr>The Eyes</vt:lpstr>
      <vt:lpstr>The Mouth</vt:lpstr>
      <vt:lpstr>Vocal</vt:lpstr>
      <vt:lpstr>Voice and Tone Continued</vt:lpstr>
      <vt:lpstr>Active Listening</vt:lpstr>
      <vt:lpstr>Non-verbal: Proxemics (Personal Space)​</vt:lpstr>
      <vt:lpstr>Non-verbal: Clothing</vt:lpstr>
      <vt:lpstr>Reading the room</vt:lpstr>
      <vt:lpstr>Tips for improving social skills and understanding social cues​</vt:lpstr>
      <vt:lpstr>The importance of context​</vt:lpstr>
      <vt:lpstr>Creating a positive workplace through non-verbal communication​</vt:lpstr>
      <vt:lpstr>Communication and Employee Morale​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Jailene Ortez</dc:creator>
  <cp:lastModifiedBy>Jailene Ortez</cp:lastModifiedBy>
  <cp:revision>5</cp:revision>
  <dcterms:created xsi:type="dcterms:W3CDTF">2024-08-28T15:57:33Z</dcterms:created>
  <dcterms:modified xsi:type="dcterms:W3CDTF">2026-07-13T16:32:27Z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0x010100EC3AEE3B5FC65B4990C6814541B72DD5</vt:lpwstr>
  </property>
</Properties>
</file>