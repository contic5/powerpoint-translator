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4"/>
  </p:sldMasterIdLst>
  <p:sldIdLst>
    <p:sldId id="256" r:id="rId5"/>
    <p:sldId id="260" r:id="rId6"/>
    <p:sldId id="258" r:id="rId7"/>
    <p:sldId id="259" r:id="rId8"/>
    <p:sldId id="257" r:id="rId9"/>
    <p:sldId id="261" r:id="rId10"/>
    <p:sldId id="262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A22504-59DD-4DE3-B8E0-81FDF67570AC}" v="324" dt="2020-06-24T18:34:35.9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 horzBarState="maximized">
    <p:restoredLeft sz="11915" autoAdjust="0"/>
    <p:restoredTop sz="94660"/>
  </p:normalViewPr>
  <p:slideViewPr>
    <p:cSldViewPr snapToGrid="0">
      <p:cViewPr varScale="1">
        <p:scale>
          <a:sx n="96" d="100"/>
          <a:sy n="96" d="100"/>
        </p:scale>
        <p:origin x="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6/11/relationships/changesInfo" Target="changesInfos/changesInfo1.xml"/><Relationship Id="rId1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ce  Burga" userId="S::grace@spectrumworks.org::1d444322-fd4b-43d6-8eb1-158c16a6859c" providerId="AD" clId="Web-{8BA22504-59DD-4DE3-B8E0-81FDF67570AC}"/>
    <pc:docChg chg="addSld delSld modSld sldOrd">
      <pc:chgData name="Grace  Burga" userId="S::grace@spectrumworks.org::1d444322-fd4b-43d6-8eb1-158c16a6859c" providerId="AD" clId="Web-{8BA22504-59DD-4DE3-B8E0-81FDF67570AC}" dt="2020-06-24T18:34:35.956" v="298"/>
      <pc:docMkLst>
        <pc:docMk/>
      </pc:docMkLst>
      <pc:sldChg chg="modSp">
        <pc:chgData name="Grace  Burga" userId="S::grace@spectrumworks.org::1d444322-fd4b-43d6-8eb1-158c16a6859c" providerId="AD" clId="Web-{8BA22504-59DD-4DE3-B8E0-81FDF67570AC}" dt="2020-06-24T18:26:14.954" v="35" actId="20577"/>
        <pc:sldMkLst>
          <pc:docMk/>
          <pc:sldMk cId="109857222" sldId="256"/>
        </pc:sldMkLst>
        <pc:spChg chg="mod">
          <ac:chgData name="Grace  Burga" userId="S::grace@spectrumworks.org::1d444322-fd4b-43d6-8eb1-158c16a6859c" providerId="AD" clId="Web-{8BA22504-59DD-4DE3-B8E0-81FDF67570AC}" dt="2020-06-24T18:26:08.251" v="8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Grace  Burga" userId="S::grace@spectrumworks.org::1d444322-fd4b-43d6-8eb1-158c16a6859c" providerId="AD" clId="Web-{8BA22504-59DD-4DE3-B8E0-81FDF67570AC}" dt="2020-06-24T18:26:14.954" v="35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new del">
        <pc:chgData name="Grace  Burga" userId="S::grace@spectrumworks.org::1d444322-fd4b-43d6-8eb1-158c16a6859c" providerId="AD" clId="Web-{8BA22504-59DD-4DE3-B8E0-81FDF67570AC}" dt="2020-06-24T18:28:53.991" v="96"/>
        <pc:sldMkLst>
          <pc:docMk/>
          <pc:sldMk cId="1136481764" sldId="257"/>
        </pc:sldMkLst>
      </pc:sldChg>
      <pc:sldChg chg="modSp new ord">
        <pc:chgData name="Grace  Burga" userId="S::grace@spectrumworks.org::1d444322-fd4b-43d6-8eb1-158c16a6859c" providerId="AD" clId="Web-{8BA22504-59DD-4DE3-B8E0-81FDF67570AC}" dt="2020-06-24T18:34:26.440" v="289" actId="20577"/>
        <pc:sldMkLst>
          <pc:docMk/>
          <pc:sldMk cId="2757995828" sldId="257"/>
        </pc:sldMkLst>
        <pc:spChg chg="mod">
          <ac:chgData name="Grace  Burga" userId="S::grace@spectrumworks.org::1d444322-fd4b-43d6-8eb1-158c16a6859c" providerId="AD" clId="Web-{8BA22504-59DD-4DE3-B8E0-81FDF67570AC}" dt="2020-06-24T18:34:26.440" v="289" actId="20577"/>
          <ac:spMkLst>
            <pc:docMk/>
            <pc:sldMk cId="2757995828" sldId="257"/>
            <ac:spMk id="2" creationId="{33472FF3-1C5B-47F3-9429-958C5952EB45}"/>
          </ac:spMkLst>
        </pc:spChg>
        <pc:spChg chg="mod">
          <ac:chgData name="Grace  Burga" userId="S::grace@spectrumworks.org::1d444322-fd4b-43d6-8eb1-158c16a6859c" providerId="AD" clId="Web-{8BA22504-59DD-4DE3-B8E0-81FDF67570AC}" dt="2020-06-24T18:29:24.508" v="117" actId="20577"/>
          <ac:spMkLst>
            <pc:docMk/>
            <pc:sldMk cId="2757995828" sldId="257"/>
            <ac:spMk id="3" creationId="{3F08BDB0-1DC3-47E1-97A0-0C68285EDF79}"/>
          </ac:spMkLst>
        </pc:spChg>
        <pc:spChg chg="mod">
          <ac:chgData name="Grace  Burga" userId="S::grace@spectrumworks.org::1d444322-fd4b-43d6-8eb1-158c16a6859c" providerId="AD" clId="Web-{8BA22504-59DD-4DE3-B8E0-81FDF67570AC}" dt="2020-06-24T18:29:30.492" v="130" actId="20577"/>
          <ac:spMkLst>
            <pc:docMk/>
            <pc:sldMk cId="2757995828" sldId="257"/>
            <ac:spMk id="4" creationId="{A895C825-57EA-4C86-B3D1-951450A345B9}"/>
          </ac:spMkLst>
        </pc:spChg>
      </pc:sldChg>
      <pc:sldChg chg="new del">
        <pc:chgData name="Grace  Burga" userId="S::grace@spectrumworks.org::1d444322-fd4b-43d6-8eb1-158c16a6859c" providerId="AD" clId="Web-{8BA22504-59DD-4DE3-B8E0-81FDF67570AC}" dt="2020-06-24T18:28:53.522" v="95"/>
        <pc:sldMkLst>
          <pc:docMk/>
          <pc:sldMk cId="381704402" sldId="258"/>
        </pc:sldMkLst>
      </pc:sldChg>
      <pc:sldChg chg="modSp add replId">
        <pc:chgData name="Grace  Burga" userId="S::grace@spectrumworks.org::1d444322-fd4b-43d6-8eb1-158c16a6859c" providerId="AD" clId="Web-{8BA22504-59DD-4DE3-B8E0-81FDF67570AC}" dt="2020-06-24T18:30:01.166" v="146" actId="20577"/>
        <pc:sldMkLst>
          <pc:docMk/>
          <pc:sldMk cId="911508638" sldId="258"/>
        </pc:sldMkLst>
        <pc:spChg chg="mod">
          <ac:chgData name="Grace  Burga" userId="S::grace@spectrumworks.org::1d444322-fd4b-43d6-8eb1-158c16a6859c" providerId="AD" clId="Web-{8BA22504-59DD-4DE3-B8E0-81FDF67570AC}" dt="2020-06-24T18:30:01.166" v="146" actId="20577"/>
          <ac:spMkLst>
            <pc:docMk/>
            <pc:sldMk cId="911508638" sldId="258"/>
            <ac:spMk id="2" creationId="{33472FF3-1C5B-47F3-9429-958C5952EB45}"/>
          </ac:spMkLst>
        </pc:spChg>
      </pc:sldChg>
      <pc:sldChg chg="new del ord">
        <pc:chgData name="Grace  Burga" userId="S::grace@spectrumworks.org::1d444322-fd4b-43d6-8eb1-158c16a6859c" providerId="AD" clId="Web-{8BA22504-59DD-4DE3-B8E0-81FDF67570AC}" dt="2020-06-24T18:29:38.336" v="134"/>
        <pc:sldMkLst>
          <pc:docMk/>
          <pc:sldMk cId="2631281408" sldId="258"/>
        </pc:sldMkLst>
      </pc:sldChg>
      <pc:sldChg chg="new del">
        <pc:chgData name="Grace  Burga" userId="S::grace@spectrumworks.org::1d444322-fd4b-43d6-8eb1-158c16a6859c" providerId="AD" clId="Web-{8BA22504-59DD-4DE3-B8E0-81FDF67570AC}" dt="2020-06-24T18:28:52.929" v="94"/>
        <pc:sldMkLst>
          <pc:docMk/>
          <pc:sldMk cId="1028650180" sldId="259"/>
        </pc:sldMkLst>
      </pc:sldChg>
      <pc:sldChg chg="new del">
        <pc:chgData name="Grace  Burga" userId="S::grace@spectrumworks.org::1d444322-fd4b-43d6-8eb1-158c16a6859c" providerId="AD" clId="Web-{8BA22504-59DD-4DE3-B8E0-81FDF67570AC}" dt="2020-06-24T18:29:41.712" v="137"/>
        <pc:sldMkLst>
          <pc:docMk/>
          <pc:sldMk cId="1917289310" sldId="259"/>
        </pc:sldMkLst>
      </pc:sldChg>
      <pc:sldChg chg="addSp delSp modSp add replId">
        <pc:chgData name="Grace  Burga" userId="S::grace@spectrumworks.org::1d444322-fd4b-43d6-8eb1-158c16a6859c" providerId="AD" clId="Web-{8BA22504-59DD-4DE3-B8E0-81FDF67570AC}" dt="2020-06-24T18:33:29.407" v="258"/>
        <pc:sldMkLst>
          <pc:docMk/>
          <pc:sldMk cId="3184851544" sldId="259"/>
        </pc:sldMkLst>
        <pc:spChg chg="mod">
          <ac:chgData name="Grace  Burga" userId="S::grace@spectrumworks.org::1d444322-fd4b-43d6-8eb1-158c16a6859c" providerId="AD" clId="Web-{8BA22504-59DD-4DE3-B8E0-81FDF67570AC}" dt="2020-06-24T18:33:19.891" v="246" actId="20577"/>
          <ac:spMkLst>
            <pc:docMk/>
            <pc:sldMk cId="3184851544" sldId="259"/>
            <ac:spMk id="2" creationId="{33472FF3-1C5B-47F3-9429-958C5952EB45}"/>
          </ac:spMkLst>
        </pc:spChg>
        <pc:spChg chg="mod">
          <ac:chgData name="Grace  Burga" userId="S::grace@spectrumworks.org::1d444322-fd4b-43d6-8eb1-158c16a6859c" providerId="AD" clId="Web-{8BA22504-59DD-4DE3-B8E0-81FDF67570AC}" dt="2020-06-24T18:33:26.704" v="255" actId="20577"/>
          <ac:spMkLst>
            <pc:docMk/>
            <pc:sldMk cId="3184851544" sldId="259"/>
            <ac:spMk id="3" creationId="{3F08BDB0-1DC3-47E1-97A0-0C68285EDF79}"/>
          </ac:spMkLst>
        </pc:spChg>
        <pc:spChg chg="del">
          <ac:chgData name="Grace  Burga" userId="S::grace@spectrumworks.org::1d444322-fd4b-43d6-8eb1-158c16a6859c" providerId="AD" clId="Web-{8BA22504-59DD-4DE3-B8E0-81FDF67570AC}" dt="2020-06-24T18:33:29.407" v="258"/>
          <ac:spMkLst>
            <pc:docMk/>
            <pc:sldMk cId="3184851544" sldId="259"/>
            <ac:spMk id="4" creationId="{A895C825-57EA-4C86-B3D1-951450A345B9}"/>
          </ac:spMkLst>
        </pc:spChg>
        <pc:spChg chg="add mod">
          <ac:chgData name="Grace  Burga" userId="S::grace@spectrumworks.org::1d444322-fd4b-43d6-8eb1-158c16a6859c" providerId="AD" clId="Web-{8BA22504-59DD-4DE3-B8E0-81FDF67570AC}" dt="2020-06-24T18:33:29.407" v="258"/>
          <ac:spMkLst>
            <pc:docMk/>
            <pc:sldMk cId="3184851544" sldId="259"/>
            <ac:spMk id="6" creationId="{D9282008-8CEE-43D8-8765-1B0958B1FC46}"/>
          </ac:spMkLst>
        </pc:spChg>
      </pc:sldChg>
      <pc:sldChg chg="modSp add ord replId">
        <pc:chgData name="Grace  Burga" userId="S::grace@spectrumworks.org::1d444322-fd4b-43d6-8eb1-158c16a6859c" providerId="AD" clId="Web-{8BA22504-59DD-4DE3-B8E0-81FDF67570AC}" dt="2020-06-24T18:30:10.259" v="154"/>
        <pc:sldMkLst>
          <pc:docMk/>
          <pc:sldMk cId="979672297" sldId="260"/>
        </pc:sldMkLst>
        <pc:spChg chg="mod">
          <ac:chgData name="Grace  Burga" userId="S::grace@spectrumworks.org::1d444322-fd4b-43d6-8eb1-158c16a6859c" providerId="AD" clId="Web-{8BA22504-59DD-4DE3-B8E0-81FDF67570AC}" dt="2020-06-24T18:29:57.712" v="143" actId="20577"/>
          <ac:spMkLst>
            <pc:docMk/>
            <pc:sldMk cId="979672297" sldId="260"/>
            <ac:spMk id="2" creationId="{33472FF3-1C5B-47F3-9429-958C5952EB45}"/>
          </ac:spMkLst>
        </pc:spChg>
      </pc:sldChg>
      <pc:sldChg chg="new del">
        <pc:chgData name="Grace  Burga" userId="S::grace@spectrumworks.org::1d444322-fd4b-43d6-8eb1-158c16a6859c" providerId="AD" clId="Web-{8BA22504-59DD-4DE3-B8E0-81FDF67570AC}" dt="2020-06-24T18:29:40.227" v="135"/>
        <pc:sldMkLst>
          <pc:docMk/>
          <pc:sldMk cId="2280983828" sldId="260"/>
        </pc:sldMkLst>
      </pc:sldChg>
      <pc:sldChg chg="new del">
        <pc:chgData name="Grace  Burga" userId="S::grace@spectrumworks.org::1d444322-fd4b-43d6-8eb1-158c16a6859c" providerId="AD" clId="Web-{8BA22504-59DD-4DE3-B8E0-81FDF67570AC}" dt="2020-06-24T18:28:52.288" v="93"/>
        <pc:sldMkLst>
          <pc:docMk/>
          <pc:sldMk cId="3949614292" sldId="260"/>
        </pc:sldMkLst>
      </pc:sldChg>
      <pc:sldChg chg="modSp add replId">
        <pc:chgData name="Grace  Burga" userId="S::grace@spectrumworks.org::1d444322-fd4b-43d6-8eb1-158c16a6859c" providerId="AD" clId="Web-{8BA22504-59DD-4DE3-B8E0-81FDF67570AC}" dt="2020-06-24T18:34:29.581" v="292" actId="20577"/>
        <pc:sldMkLst>
          <pc:docMk/>
          <pc:sldMk cId="931144649" sldId="261"/>
        </pc:sldMkLst>
        <pc:spChg chg="mod">
          <ac:chgData name="Grace  Burga" userId="S::grace@spectrumworks.org::1d444322-fd4b-43d6-8eb1-158c16a6859c" providerId="AD" clId="Web-{8BA22504-59DD-4DE3-B8E0-81FDF67570AC}" dt="2020-06-24T18:34:29.581" v="292" actId="20577"/>
          <ac:spMkLst>
            <pc:docMk/>
            <pc:sldMk cId="931144649" sldId="261"/>
            <ac:spMk id="2" creationId="{33472FF3-1C5B-47F3-9429-958C5952EB45}"/>
          </ac:spMkLst>
        </pc:spChg>
      </pc:sldChg>
      <pc:sldChg chg="new del">
        <pc:chgData name="Grace  Burga" userId="S::grace@spectrumworks.org::1d444322-fd4b-43d6-8eb1-158c16a6859c" providerId="AD" clId="Web-{8BA22504-59DD-4DE3-B8E0-81FDF67570AC}" dt="2020-06-24T18:29:40.946" v="136"/>
        <pc:sldMkLst>
          <pc:docMk/>
          <pc:sldMk cId="3811632193" sldId="261"/>
        </pc:sldMkLst>
      </pc:sldChg>
      <pc:sldChg chg="addSp delSp modSp new del">
        <pc:chgData name="Grace  Burga" userId="S::grace@spectrumworks.org::1d444322-fd4b-43d6-8eb1-158c16a6859c" providerId="AD" clId="Web-{8BA22504-59DD-4DE3-B8E0-81FDF67570AC}" dt="2020-06-24T18:28:50.772" v="91"/>
        <pc:sldMkLst>
          <pc:docMk/>
          <pc:sldMk cId="4185571057" sldId="261"/>
        </pc:sldMkLst>
        <pc:spChg chg="mod">
          <ac:chgData name="Grace  Burga" userId="S::grace@spectrumworks.org::1d444322-fd4b-43d6-8eb1-158c16a6859c" providerId="AD" clId="Web-{8BA22504-59DD-4DE3-B8E0-81FDF67570AC}" dt="2020-06-24T18:27:41.067" v="57" actId="20577"/>
          <ac:spMkLst>
            <pc:docMk/>
            <pc:sldMk cId="4185571057" sldId="261"/>
            <ac:spMk id="2" creationId="{66E9852B-D85C-4C22-A023-22AFCA9D1833}"/>
          </ac:spMkLst>
        </pc:spChg>
        <pc:spChg chg="mod">
          <ac:chgData name="Grace  Burga" userId="S::grace@spectrumworks.org::1d444322-fd4b-43d6-8eb1-158c16a6859c" providerId="AD" clId="Web-{8BA22504-59DD-4DE3-B8E0-81FDF67570AC}" dt="2020-06-24T18:27:56.303" v="71" actId="14100"/>
          <ac:spMkLst>
            <pc:docMk/>
            <pc:sldMk cId="4185571057" sldId="261"/>
            <ac:spMk id="3" creationId="{FFE351BE-9E6A-4AC4-A2B0-9A0E2D0F3200}"/>
          </ac:spMkLst>
        </pc:spChg>
        <pc:spChg chg="add del mod">
          <ac:chgData name="Grace  Burga" userId="S::grace@spectrumworks.org::1d444322-fd4b-43d6-8eb1-158c16a6859c" providerId="AD" clId="Web-{8BA22504-59DD-4DE3-B8E0-81FDF67570AC}" dt="2020-06-24T18:28:22.428" v="89"/>
          <ac:spMkLst>
            <pc:docMk/>
            <pc:sldMk cId="4185571057" sldId="261"/>
            <ac:spMk id="4" creationId="{7957EE20-9CCB-49EA-A7B4-2477128FB272}"/>
          </ac:spMkLst>
        </pc:spChg>
      </pc:sldChg>
      <pc:sldChg chg="modSp add replId">
        <pc:chgData name="Grace  Burga" userId="S::grace@spectrumworks.org::1d444322-fd4b-43d6-8eb1-158c16a6859c" providerId="AD" clId="Web-{8BA22504-59DD-4DE3-B8E0-81FDF67570AC}" dt="2020-06-24T18:34:32.862" v="294" actId="20577"/>
        <pc:sldMkLst>
          <pc:docMk/>
          <pc:sldMk cId="179522709" sldId="262"/>
        </pc:sldMkLst>
        <pc:spChg chg="mod">
          <ac:chgData name="Grace  Burga" userId="S::grace@spectrumworks.org::1d444322-fd4b-43d6-8eb1-158c16a6859c" providerId="AD" clId="Web-{8BA22504-59DD-4DE3-B8E0-81FDF67570AC}" dt="2020-06-24T18:34:32.862" v="294" actId="20577"/>
          <ac:spMkLst>
            <pc:docMk/>
            <pc:sldMk cId="179522709" sldId="262"/>
            <ac:spMk id="2" creationId="{33472FF3-1C5B-47F3-9429-958C5952EB45}"/>
          </ac:spMkLst>
        </pc:spChg>
      </pc:sldChg>
      <pc:sldChg chg="add del replId">
        <pc:chgData name="Grace  Burga" userId="S::grace@spectrumworks.org::1d444322-fd4b-43d6-8eb1-158c16a6859c" providerId="AD" clId="Web-{8BA22504-59DD-4DE3-B8E0-81FDF67570AC}" dt="2020-06-24T18:28:51.382" v="92"/>
        <pc:sldMkLst>
          <pc:docMk/>
          <pc:sldMk cId="1474376456" sldId="262"/>
        </pc:sldMkLst>
      </pc:sldChg>
      <pc:sldChg chg="modSp add del replId">
        <pc:chgData name="Grace  Burga" userId="S::grace@spectrumworks.org::1d444322-fd4b-43d6-8eb1-158c16a6859c" providerId="AD" clId="Web-{8BA22504-59DD-4DE3-B8E0-81FDF67570AC}" dt="2020-06-24T18:34:34.597" v="297"/>
        <pc:sldMkLst>
          <pc:docMk/>
          <pc:sldMk cId="3603086037" sldId="263"/>
        </pc:sldMkLst>
        <pc:spChg chg="mod">
          <ac:chgData name="Grace  Burga" userId="S::grace@spectrumworks.org::1d444322-fd4b-43d6-8eb1-158c16a6859c" providerId="AD" clId="Web-{8BA22504-59DD-4DE3-B8E0-81FDF67570AC}" dt="2020-06-24T18:30:42.245" v="169" actId="20577"/>
          <ac:spMkLst>
            <pc:docMk/>
            <pc:sldMk cId="3603086037" sldId="263"/>
            <ac:spMk id="2" creationId="{33472FF3-1C5B-47F3-9429-958C5952EB45}"/>
          </ac:spMkLst>
        </pc:spChg>
      </pc:sldChg>
      <pc:sldChg chg="modSp add del replId">
        <pc:chgData name="Grace  Burga" userId="S::grace@spectrumworks.org::1d444322-fd4b-43d6-8eb1-158c16a6859c" providerId="AD" clId="Web-{8BA22504-59DD-4DE3-B8E0-81FDF67570AC}" dt="2020-06-24T18:34:35.956" v="298"/>
        <pc:sldMkLst>
          <pc:docMk/>
          <pc:sldMk cId="835605739" sldId="264"/>
        </pc:sldMkLst>
        <pc:spChg chg="mod">
          <ac:chgData name="Grace  Burga" userId="S::grace@spectrumworks.org::1d444322-fd4b-43d6-8eb1-158c16a6859c" providerId="AD" clId="Web-{8BA22504-59DD-4DE3-B8E0-81FDF67570AC}" dt="2020-06-24T18:30:46.229" v="172" actId="20577"/>
          <ac:spMkLst>
            <pc:docMk/>
            <pc:sldMk cId="835605739" sldId="264"/>
            <ac:spMk id="2" creationId="{33472FF3-1C5B-47F3-9429-958C5952EB45}"/>
          </ac:spMkLst>
        </pc:spChg>
      </pc:sldChg>
      <pc:sldChg chg="addSp delSp modSp add replId">
        <pc:chgData name="Grace  Burga" userId="S::grace@spectrumworks.org::1d444322-fd4b-43d6-8eb1-158c16a6859c" providerId="AD" clId="Web-{8BA22504-59DD-4DE3-B8E0-81FDF67570AC}" dt="2020-06-24T18:33:58.361" v="288"/>
        <pc:sldMkLst>
          <pc:docMk/>
          <pc:sldMk cId="2526443131" sldId="265"/>
        </pc:sldMkLst>
        <pc:spChg chg="mod">
          <ac:chgData name="Grace  Burga" userId="S::grace@spectrumworks.org::1d444322-fd4b-43d6-8eb1-158c16a6859c" providerId="AD" clId="Web-{8BA22504-59DD-4DE3-B8E0-81FDF67570AC}" dt="2020-06-24T18:33:45.658" v="274" actId="20577"/>
          <ac:spMkLst>
            <pc:docMk/>
            <pc:sldMk cId="2526443131" sldId="265"/>
            <ac:spMk id="2" creationId="{33472FF3-1C5B-47F3-9429-958C5952EB45}"/>
          </ac:spMkLst>
        </pc:spChg>
        <pc:spChg chg="mod">
          <ac:chgData name="Grace  Burga" userId="S::grace@spectrumworks.org::1d444322-fd4b-43d6-8eb1-158c16a6859c" providerId="AD" clId="Web-{8BA22504-59DD-4DE3-B8E0-81FDF67570AC}" dt="2020-06-24T18:33:51.033" v="281" actId="20577"/>
          <ac:spMkLst>
            <pc:docMk/>
            <pc:sldMk cId="2526443131" sldId="265"/>
            <ac:spMk id="3" creationId="{3F08BDB0-1DC3-47E1-97A0-0C68285EDF79}"/>
          </ac:spMkLst>
        </pc:spChg>
        <pc:spChg chg="del">
          <ac:chgData name="Grace  Burga" userId="S::grace@spectrumworks.org::1d444322-fd4b-43d6-8eb1-158c16a6859c" providerId="AD" clId="Web-{8BA22504-59DD-4DE3-B8E0-81FDF67570AC}" dt="2020-06-24T18:33:53.142" v="284"/>
          <ac:spMkLst>
            <pc:docMk/>
            <pc:sldMk cId="2526443131" sldId="265"/>
            <ac:spMk id="4" creationId="{A895C825-57EA-4C86-B3D1-951450A345B9}"/>
          </ac:spMkLst>
        </pc:spChg>
        <pc:spChg chg="add del mod">
          <ac:chgData name="Grace  Burga" userId="S::grace@spectrumworks.org::1d444322-fd4b-43d6-8eb1-158c16a6859c" providerId="AD" clId="Web-{8BA22504-59DD-4DE3-B8E0-81FDF67570AC}" dt="2020-06-24T18:33:58.361" v="288"/>
          <ac:spMkLst>
            <pc:docMk/>
            <pc:sldMk cId="2526443131" sldId="265"/>
            <ac:spMk id="6" creationId="{5F48ECD2-9202-43A3-956A-D7855D7E3610}"/>
          </ac:spMkLst>
        </pc:spChg>
      </pc:sldChg>
      <pc:sldChg chg="modSp new">
        <pc:chgData name="Grace  Burga" userId="S::grace@spectrumworks.org::1d444322-fd4b-43d6-8eb1-158c16a6859c" providerId="AD" clId="Web-{8BA22504-59DD-4DE3-B8E0-81FDF67570AC}" dt="2020-06-24T18:33:01.218" v="234" actId="20577"/>
        <pc:sldMkLst>
          <pc:docMk/>
          <pc:sldMk cId="3763286781" sldId="266"/>
        </pc:sldMkLst>
        <pc:spChg chg="mod">
          <ac:chgData name="Grace  Burga" userId="S::grace@spectrumworks.org::1d444322-fd4b-43d6-8eb1-158c16a6859c" providerId="AD" clId="Web-{8BA22504-59DD-4DE3-B8E0-81FDF67570AC}" dt="2020-06-24T18:32:03.326" v="186" actId="20577"/>
          <ac:spMkLst>
            <pc:docMk/>
            <pc:sldMk cId="3763286781" sldId="266"/>
            <ac:spMk id="2" creationId="{D4EFD722-BBA1-4721-A2D8-A1BB2DB8E026}"/>
          </ac:spMkLst>
        </pc:spChg>
        <pc:spChg chg="mod">
          <ac:chgData name="Grace  Burga" userId="S::grace@spectrumworks.org::1d444322-fd4b-43d6-8eb1-158c16a6859c" providerId="AD" clId="Web-{8BA22504-59DD-4DE3-B8E0-81FDF67570AC}" dt="2020-06-24T18:33:01.218" v="234" actId="20577"/>
          <ac:spMkLst>
            <pc:docMk/>
            <pc:sldMk cId="3763286781" sldId="266"/>
            <ac:spMk id="3" creationId="{BD5F2DB7-9AB5-4BC5-A180-6970FC7F12F7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45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795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23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136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279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377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570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531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565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076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891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276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41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1877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1106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14387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921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https://venngage-wordpress.s3.amazonaws.com/uploads/2019/02/template-texture.png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https://about.imginators.com/wp-content/uploads/2018/06/introduction-to-business-presentation.png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video" Target="https://www.youtube.com/embed/S5c1susCPAE?feature=oembed" TargetMode="External"/><Relationship Id="rId2" Type="http://schemas.openxmlformats.org/officeDocument/2006/relationships/slideLayout" Target="../slideLayouts/slideLayout4.xml"/><Relationship Id="rId3" Type="http://schemas.openxmlformats.org/officeDocument/2006/relationships/hyperlink" Target="https://youtu.be/S5c1susCPAE" TargetMode="External"/><Relationship Id="rId4" Type="http://schemas.openxmlformats.org/officeDocument/2006/relationships/image" Target="../media/image4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eg"/><Relationship Id="rId3" Type="http://schemas.openxmlformats.org/officeDocument/2006/relationships/image" Target="https://s39939.pcdn.co/wp-content/uploads/2017/06/Bad_Powerpoint_Slide-1.jpg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image" Target="https://simplyamazingtraining.co.uk/wp-content/uploads/2020/01/dont-forget-to-breath-banner-resized-1-730x411.png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eg"/><Relationship Id="rId3" Type="http://schemas.openxmlformats.org/officeDocument/2006/relationships/image" Target="https://virtualspeech.com/img/blog/header/importance_eye_contact_presentation.jpg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Hacer una presentación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By CJ Conti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72FF3-1C5B-47F3-9429-958C5952E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What is a PowerPoint Presentation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8BDB0-1DC3-47E1-97A0-0C68285EDF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Series of slides</a:t>
            </a:r>
          </a:p>
          <a:p>
            <a:r>
              <a:rPr lang="en-US" dirty="0">
                <a:cs typeface="Calibri"/>
              </a:rPr>
              <a:t>Text images and videos</a:t>
            </a:r>
          </a:p>
          <a:p>
            <a:r>
              <a:rPr lang="en-US" dirty="0">
                <a:cs typeface="Calibri"/>
              </a:rPr>
              <a:t>“Convey a message or story” </a:t>
            </a:r>
          </a:p>
          <a:p>
            <a:r>
              <a:rPr lang="en-US" dirty="0">
                <a:cs typeface="Calibri"/>
              </a:rPr>
              <a:t>Always refer back to message/story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DAE32F0-7E65-5A44-9D8F-B4BB9D55E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3747" y="-4148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6" descr="How to Make a Persuasive Presentation [PRESENTATION TEMPLATES] - Venngage">
            <a:extLst>
              <a:ext uri="{FF2B5EF4-FFF2-40B4-BE49-F238E27FC236}">
                <a16:creationId xmlns:a16="http://schemas.microsoft.com/office/drawing/2014/main" id="{C7872661-332F-BE4A-8B0E-DBFDD3308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5547" y="2603500"/>
            <a:ext cx="31242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9672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72FF3-1C5B-47F3-9429-958C5952E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What are different types of presentations?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8BDB0-1DC3-47E1-97A0-0C68285EDF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Informative</a:t>
            </a:r>
          </a:p>
          <a:p>
            <a:r>
              <a:rPr lang="en-US" dirty="0">
                <a:cs typeface="Calibri"/>
              </a:rPr>
              <a:t>Instructive</a:t>
            </a:r>
          </a:p>
          <a:p>
            <a:r>
              <a:rPr lang="en-US" dirty="0">
                <a:cs typeface="Calibri"/>
              </a:rPr>
              <a:t>Persuasive</a:t>
            </a:r>
          </a:p>
          <a:p>
            <a:r>
              <a:rPr lang="en-US" dirty="0">
                <a:cs typeface="Calibri"/>
              </a:rPr>
              <a:t>Decision Making</a:t>
            </a:r>
          </a:p>
          <a:p>
            <a:r>
              <a:rPr lang="en-US" dirty="0">
                <a:cs typeface="Calibri"/>
              </a:rPr>
              <a:t>Progress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5C825-57EA-4C86-B3D1-951450A345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cs typeface="Calibri"/>
              </a:rPr>
              <a:t>Picture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7990468-4C47-4D40-A538-4ACF51FF4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0112" y="2476155"/>
            <a:ext cx="1512592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49" name="Picture 5" descr="Great introduction to business presentation - Imaginators">
            <a:extLst>
              <a:ext uri="{FF2B5EF4-FFF2-40B4-BE49-F238E27FC236}">
                <a16:creationId xmlns:a16="http://schemas.microsoft.com/office/drawing/2014/main" id="{667C3FCB-2989-3542-B429-C060A8C278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0112" y="2476155"/>
            <a:ext cx="5709426" cy="2991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1508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72FF3-1C5B-47F3-9429-958C5952E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Presentation Good/Bad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8BDB0-1DC3-47E1-97A0-0C68285EDF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lvl="0" indent="0">
              <a:buNone/>
            </a:pPr>
            <a:r>
              <a:rPr lang="en-US" b="1" u="sng" dirty="0">
                <a:hlinkClick r:id="rId3"/>
              </a:rPr>
              <a:t>https://youtu.be/S5c1susCPAE</a:t>
            </a:r>
            <a:endParaRPr lang="en-US" b="1" dirty="0"/>
          </a:p>
        </p:txBody>
      </p:sp>
      <p:pic>
        <p:nvPicPr>
          <p:cNvPr id="4" name="Online Media 3" title="Presentation Good/Bad Examples">
            <a:hlinkClick r:id="" action="ppaction://media"/>
            <a:extLst>
              <a:ext uri="{FF2B5EF4-FFF2-40B4-BE49-F238E27FC236}">
                <a16:creationId xmlns:a16="http://schemas.microsoft.com/office/drawing/2014/main" id="{08F5A28C-6472-29CD-3992-B5506541CEFA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6673424" y="2949575"/>
            <a:ext cx="4824412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851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72FF3-1C5B-47F3-9429-958C5952E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some things to avoid in a presentation?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8BDB0-1DC3-47E1-97A0-0C68285EDF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 fontAlgn="base"/>
            <a:r>
              <a:rPr lang="en-US" dirty="0"/>
              <a:t>Forgetting about the audience. </a:t>
            </a:r>
          </a:p>
          <a:p>
            <a:pPr lvl="0" fontAlgn="base"/>
            <a:r>
              <a:rPr lang="en-US" dirty="0"/>
              <a:t>Word for word</a:t>
            </a:r>
          </a:p>
          <a:p>
            <a:pPr lvl="0" fontAlgn="base"/>
            <a:r>
              <a:rPr lang="en-US" dirty="0"/>
              <a:t>Too busy presentation</a:t>
            </a:r>
          </a:p>
          <a:p>
            <a:pPr lvl="0" fontAlgn="base"/>
            <a:r>
              <a:rPr lang="en-US" dirty="0"/>
              <a:t>Presenting without practicing</a:t>
            </a:r>
          </a:p>
          <a:p>
            <a:pPr lvl="0" fontAlgn="base"/>
            <a:r>
              <a:rPr lang="en-US" dirty="0"/>
              <a:t> Panicking due to surprises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5C825-57EA-4C86-B3D1-951450A345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cs typeface="Calibri"/>
              </a:rPr>
              <a:t>Picture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2685A1C-67BD-0044-BFE7-72220E63A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073" name="Picture 3" descr="PowerPoint: The 5 most common mistakes - Ragan Communications">
            <a:extLst>
              <a:ext uri="{FF2B5EF4-FFF2-40B4-BE49-F238E27FC236}">
                <a16:creationId xmlns:a16="http://schemas.microsoft.com/office/drawing/2014/main" id="{1BCC9B6B-6BBE-0A4B-8226-367B60B96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603500"/>
            <a:ext cx="5382310" cy="3648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7995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72FF3-1C5B-47F3-9429-958C5952E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What are some ways of improving a PowerPoint presentation?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8BDB0-1DC3-47E1-97A0-0C68285EDF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Simple slides </a:t>
            </a:r>
          </a:p>
          <a:p>
            <a:r>
              <a:rPr lang="en-US" dirty="0">
                <a:cs typeface="Calibri"/>
              </a:rPr>
              <a:t>Minimal Effects</a:t>
            </a:r>
          </a:p>
          <a:p>
            <a:r>
              <a:rPr lang="en-US" dirty="0">
                <a:cs typeface="Calibri"/>
              </a:rPr>
              <a:t>Lists instead of lines</a:t>
            </a:r>
          </a:p>
          <a:p>
            <a:r>
              <a:rPr lang="en-US" dirty="0">
                <a:cs typeface="Calibri"/>
              </a:rPr>
              <a:t>Phrases over sentences</a:t>
            </a:r>
          </a:p>
          <a:p>
            <a:r>
              <a:rPr lang="en-US" dirty="0">
                <a:cs typeface="Calibri"/>
              </a:rPr>
              <a:t>One idea per slide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5C825-57EA-4C86-B3D1-951450A345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cs typeface="Calibri"/>
              </a:rPr>
              <a:t>Picture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BF433A8-FA7E-5847-9E9B-AC3FE206D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0111" y="2603499"/>
            <a:ext cx="1379721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BE0DE4-1051-DE4D-847B-8EBEDF4AFEF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110" y="2603498"/>
            <a:ext cx="4123055" cy="234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144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72FF3-1C5B-47F3-9429-958C5952E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How do you best deliver a presentation?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8BDB0-1DC3-47E1-97A0-0C68285EDF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Opening hook</a:t>
            </a:r>
          </a:p>
          <a:p>
            <a:r>
              <a:rPr lang="en-US" dirty="0">
                <a:cs typeface="Calibri"/>
              </a:rPr>
              <a:t>Project clearly</a:t>
            </a:r>
          </a:p>
          <a:p>
            <a:r>
              <a:rPr lang="en-US" dirty="0">
                <a:cs typeface="Calibri"/>
              </a:rPr>
              <a:t>Pause to regain focus</a:t>
            </a:r>
          </a:p>
          <a:p>
            <a:r>
              <a:rPr lang="en-US" dirty="0">
                <a:cs typeface="Calibri"/>
              </a:rPr>
              <a:t>Emotion and varied tone</a:t>
            </a:r>
          </a:p>
          <a:p>
            <a:r>
              <a:rPr lang="en-US" dirty="0">
                <a:cs typeface="Calibri"/>
              </a:rPr>
              <a:t>Eye contact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5C825-57EA-4C86-B3D1-951450A345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cs typeface="Calibri"/>
              </a:rPr>
              <a:t>Picture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058A55B-899A-AA4F-8123-6E76CE13B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0112" y="26035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121" name="Picture 8" descr="Don't Forget To Breathe | Presentation Skills | Simply Amazing Training">
            <a:extLst>
              <a:ext uri="{FF2B5EF4-FFF2-40B4-BE49-F238E27FC236}">
                <a16:creationId xmlns:a16="http://schemas.microsoft.com/office/drawing/2014/main" id="{5C1563CD-4DC2-4940-A482-C01E9301E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0111" y="2603500"/>
            <a:ext cx="5444345" cy="3069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522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72FF3-1C5B-47F3-9429-958C5952E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/>
          <a:p>
            <a:r>
              <a:rPr lang="en-US" dirty="0">
                <a:cs typeface="Calibri Light"/>
              </a:rPr>
              <a:t>Questions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8BDB0-1DC3-47E1-97A0-0C68285EDF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cs typeface="Calibri"/>
              </a:rPr>
              <a:t>Picture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536A141-5996-9E4F-8DF9-CA72DBC7A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6145" name="Picture 9" descr="Importance of Eye Contact during a Presentation">
            <a:extLst>
              <a:ext uri="{FF2B5EF4-FFF2-40B4-BE49-F238E27FC236}">
                <a16:creationId xmlns:a16="http://schemas.microsoft.com/office/drawing/2014/main" id="{5976BB44-0C7C-8442-8A45-4AF417439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953" y="2603500"/>
            <a:ext cx="7272871" cy="2491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6443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FD722-BBA1-4721-A2D8-A1BB2DB8E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References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F2DB7-9AB5-4BC5-A180-6970FC7F1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dirty="0">
                <a:cs typeface="Calibri"/>
              </a:rPr>
              <a:t>https://</a:t>
            </a:r>
            <a:r>
              <a:rPr lang="en-US" dirty="0" err="1">
                <a:cs typeface="Calibri"/>
              </a:rPr>
              <a:t>support.microsoft.com</a:t>
            </a:r>
            <a:r>
              <a:rPr lang="en-US" dirty="0">
                <a:cs typeface="Calibri"/>
              </a:rPr>
              <a:t>/</a:t>
            </a:r>
            <a:r>
              <a:rPr lang="en-US" dirty="0" err="1">
                <a:cs typeface="Calibri"/>
              </a:rPr>
              <a:t>en</a:t>
            </a:r>
            <a:r>
              <a:rPr lang="en-US" dirty="0">
                <a:cs typeface="Calibri"/>
              </a:rPr>
              <a:t>-us/office/basic-tasks-for-creating-a-powerpoint-presentation-efbbc1cd-c5f1-4264-b48e-c8a7b0334e36</a:t>
            </a:r>
          </a:p>
          <a:p>
            <a:r>
              <a:rPr lang="en-US" dirty="0">
                <a:cs typeface="Calibri"/>
              </a:rPr>
              <a:t>https://</a:t>
            </a:r>
            <a:r>
              <a:rPr lang="en-US" dirty="0" err="1">
                <a:cs typeface="Calibri"/>
              </a:rPr>
              <a:t>www.beautiful.ai</a:t>
            </a:r>
            <a:r>
              <a:rPr lang="en-US" dirty="0">
                <a:cs typeface="Calibri"/>
              </a:rPr>
              <a:t>/blog/6-different-types-of-presentations</a:t>
            </a:r>
          </a:p>
          <a:p>
            <a:r>
              <a:rPr lang="en-US" dirty="0">
                <a:cs typeface="Calibri"/>
              </a:rPr>
              <a:t>https://</a:t>
            </a:r>
            <a:r>
              <a:rPr lang="en-US" dirty="0" err="1">
                <a:cs typeface="Calibri"/>
              </a:rPr>
              <a:t>outu.be</a:t>
            </a:r>
            <a:r>
              <a:rPr lang="en-US" dirty="0">
                <a:cs typeface="Calibri"/>
              </a:rPr>
              <a:t>/S5c1susCPAE</a:t>
            </a:r>
          </a:p>
          <a:p>
            <a:r>
              <a:rPr lang="en-US" dirty="0">
                <a:cs typeface="Calibri"/>
              </a:rPr>
              <a:t>https://</a:t>
            </a:r>
            <a:r>
              <a:rPr lang="en-US" dirty="0" err="1">
                <a:cs typeface="Calibri"/>
              </a:rPr>
              <a:t>www.glassdoor.com</a:t>
            </a:r>
            <a:r>
              <a:rPr lang="en-US" dirty="0">
                <a:cs typeface="Calibri"/>
              </a:rPr>
              <a:t>/blog/presentation-mistakes/</a:t>
            </a:r>
          </a:p>
          <a:p>
            <a:r>
              <a:rPr lang="en-US" dirty="0">
                <a:cs typeface="Calibri"/>
              </a:rPr>
              <a:t>https://</a:t>
            </a:r>
            <a:r>
              <a:rPr lang="en-US" dirty="0" err="1">
                <a:cs typeface="Calibri"/>
              </a:rPr>
              <a:t>slidepeak.com</a:t>
            </a:r>
            <a:r>
              <a:rPr lang="en-US" dirty="0">
                <a:cs typeface="Calibri"/>
              </a:rPr>
              <a:t>/blog/50-tips-on-how-to-improve-powerpoint-presentations-in-2021</a:t>
            </a:r>
          </a:p>
          <a:p>
            <a:r>
              <a:rPr lang="en-US" dirty="0">
                <a:cs typeface="Calibri"/>
              </a:rPr>
              <a:t>https://</a:t>
            </a:r>
            <a:r>
              <a:rPr lang="en-US" dirty="0" err="1">
                <a:cs typeface="Calibri"/>
              </a:rPr>
              <a:t>www.petersons.com</a:t>
            </a:r>
            <a:r>
              <a:rPr lang="en-US" dirty="0">
                <a:cs typeface="Calibri"/>
              </a:rPr>
              <a:t>/blog/11-tips-for-delivering-an-effective-presentation/</a:t>
            </a:r>
          </a:p>
          <a:p>
            <a:r>
              <a:rPr lang="en-US" dirty="0">
                <a:cs typeface="Calibri"/>
              </a:rPr>
              <a:t>https://venngage-wordpress.s3.amazonaws.com/uploads/2019/02/template-</a:t>
            </a:r>
            <a:r>
              <a:rPr lang="en-US" dirty="0" err="1">
                <a:cs typeface="Calibri"/>
              </a:rPr>
              <a:t>texture.png</a:t>
            </a:r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https://</a:t>
            </a:r>
            <a:r>
              <a:rPr lang="en-US" dirty="0" err="1">
                <a:cs typeface="Calibri"/>
              </a:rPr>
              <a:t>about.imginators.com</a:t>
            </a:r>
            <a:r>
              <a:rPr lang="en-US" dirty="0">
                <a:cs typeface="Calibri"/>
              </a:rPr>
              <a:t>/</a:t>
            </a:r>
            <a:r>
              <a:rPr lang="en-US" dirty="0" err="1">
                <a:cs typeface="Calibri"/>
              </a:rPr>
              <a:t>wp</a:t>
            </a:r>
            <a:r>
              <a:rPr lang="en-US" dirty="0">
                <a:cs typeface="Calibri"/>
              </a:rPr>
              <a:t>-content/uploads/2018/06/introduction-to-business-</a:t>
            </a:r>
            <a:r>
              <a:rPr lang="en-US" dirty="0" err="1">
                <a:cs typeface="Calibri"/>
              </a:rPr>
              <a:t>presentation.png</a:t>
            </a:r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https://s39939.pcdn.co/</a:t>
            </a:r>
            <a:r>
              <a:rPr lang="en-US" dirty="0" err="1">
                <a:cs typeface="Calibri"/>
              </a:rPr>
              <a:t>wp</a:t>
            </a:r>
            <a:r>
              <a:rPr lang="en-US" dirty="0">
                <a:cs typeface="Calibri"/>
              </a:rPr>
              <a:t>-content/uploads/2017/06/Bad_Powerpoint_Slide-1.jpg</a:t>
            </a:r>
          </a:p>
          <a:p>
            <a:r>
              <a:rPr lang="en-US" dirty="0">
                <a:cs typeface="Calibri"/>
              </a:rPr>
              <a:t> https://adriennejohnston.com/wp-content/webpc-passthru.php?src=https://adriennejohnston.com/wp-content/uploads/2019/08/PowerPoint-Expert-Tips-no-bullets-768x435.png&amp;nocache=1</a:t>
            </a:r>
          </a:p>
          <a:p>
            <a:r>
              <a:rPr lang="en-US" dirty="0">
                <a:cs typeface="Calibri"/>
              </a:rPr>
              <a:t>https://</a:t>
            </a:r>
            <a:r>
              <a:rPr lang="en-US" dirty="0" err="1">
                <a:cs typeface="Calibri"/>
              </a:rPr>
              <a:t>simplyamazingtraining.co.uk</a:t>
            </a:r>
            <a:r>
              <a:rPr lang="en-US" dirty="0">
                <a:cs typeface="Calibri"/>
              </a:rPr>
              <a:t>/</a:t>
            </a:r>
            <a:r>
              <a:rPr lang="en-US" dirty="0" err="1">
                <a:cs typeface="Calibri"/>
              </a:rPr>
              <a:t>wp</a:t>
            </a:r>
            <a:r>
              <a:rPr lang="en-US" dirty="0">
                <a:cs typeface="Calibri"/>
              </a:rPr>
              <a:t>-content/uploads/2020/01/dont-forget-to-breath-banner-resized-1-730x411.png</a:t>
            </a:r>
          </a:p>
          <a:p>
            <a:r>
              <a:rPr lang="en-US" dirty="0">
                <a:cs typeface="Calibri"/>
              </a:rPr>
              <a:t>https://</a:t>
            </a:r>
            <a:r>
              <a:rPr lang="en-US" dirty="0" err="1">
                <a:cs typeface="Calibri"/>
              </a:rPr>
              <a:t>virtualspeech.com</a:t>
            </a:r>
            <a:r>
              <a:rPr lang="en-US" dirty="0">
                <a:cs typeface="Calibri"/>
              </a:rPr>
              <a:t>/</a:t>
            </a:r>
            <a:r>
              <a:rPr lang="en-US" dirty="0" err="1">
                <a:cs typeface="Calibri"/>
              </a:rPr>
              <a:t>img</a:t>
            </a:r>
            <a:r>
              <a:rPr lang="en-US" dirty="0">
                <a:cs typeface="Calibri"/>
              </a:rPr>
              <a:t>/blog/header/</a:t>
            </a:r>
            <a:r>
              <a:rPr lang="en-US" dirty="0" err="1">
                <a:cs typeface="Calibri"/>
              </a:rPr>
              <a:t>importance_eye_contact_presentation.jpg</a:t>
            </a:r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3286781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8086E15D51E443896CF68250FE9008" ma:contentTypeVersion="16" ma:contentTypeDescription="Create a new document." ma:contentTypeScope="" ma:versionID="0de31972ea59433bed38eb94f1296ba1">
  <xsd:schema xmlns:xsd="http://www.w3.org/2001/XMLSchema" xmlns:xs="http://www.w3.org/2001/XMLSchema" xmlns:p="http://schemas.microsoft.com/office/2006/metadata/properties" xmlns:ns2="bdd75e7b-e8a9-47ee-bfe8-292a25aee042" xmlns:ns3="416b4836-5b19-40b7-bb16-7007554681d8" targetNamespace="http://schemas.microsoft.com/office/2006/metadata/properties" ma:root="true" ma:fieldsID="6db5b84ae93e0b401ad01891f3aa5df4" ns2:_="" ns3:_="">
    <xsd:import namespace="bdd75e7b-e8a9-47ee-bfe8-292a25aee042"/>
    <xsd:import namespace="416b4836-5b19-40b7-bb16-7007554681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d75e7b-e8a9-47ee-bfe8-292a25aee0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b6434519-eb34-4bd6-98e7-4ca009948d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6b4836-5b19-40b7-bb16-7007554681d8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7fc48d0-72e8-4440-a84d-345419e67109}" ma:internalName="TaxCatchAll" ma:showField="CatchAllData" ma:web="416b4836-5b19-40b7-bb16-7007554681d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16b4836-5b19-40b7-bb16-7007554681d8" xsi:nil="true"/>
    <lcf76f155ced4ddcb4097134ff3c332f xmlns="bdd75e7b-e8a9-47ee-bfe8-292a25aee04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56AC0DF-2960-436A-A83A-C5F4013F53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3C5AA9E-984F-4E88-863B-DEBBF0223F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dd75e7b-e8a9-47ee-bfe8-292a25aee042"/>
    <ds:schemaRef ds:uri="416b4836-5b19-40b7-bb16-7007554681d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AF2F8D1-6648-42FC-A4EA-757902830243}">
  <ds:schemaRefs>
    <ds:schemaRef ds:uri="http://schemas.microsoft.com/office/2006/metadata/properties"/>
    <ds:schemaRef ds:uri="http://schemas.microsoft.com/office/infopath/2007/PartnerControls"/>
    <ds:schemaRef ds:uri="416b4836-5b19-40b7-bb16-7007554681d8"/>
    <ds:schemaRef ds:uri="bdd75e7b-e8a9-47ee-bfe8-292a25aee04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{C7885199-4CB0-5947-AC9C-D9F9FCD83100}tf10001076</Template>
  <TotalTime>15</TotalTime>
  <Words>331</Words>
  <Application>Microsoft Office PowerPoint</Application>
  <PresentationFormat>Widescreen</PresentationFormat>
  <Paragraphs>52</Paragraphs>
  <Slides>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Century Gothic</vt:lpstr>
      <vt:lpstr>Wingdings 3</vt:lpstr>
      <vt:lpstr>Ion Boardroom</vt:lpstr>
      <vt:lpstr>Making a Presentation</vt:lpstr>
      <vt:lpstr>What is a PowerPoint Presentation</vt:lpstr>
      <vt:lpstr>What are different types of presentations?</vt:lpstr>
      <vt:lpstr>Presentation Good/Bad Examples</vt:lpstr>
      <vt:lpstr>What are some things to avoid in a presentation?</vt:lpstr>
      <vt:lpstr>What are some ways of improving a PowerPoint presentation?</vt:lpstr>
      <vt:lpstr>How do you best deliver a presentation?</vt:lpstr>
      <vt:lpstr>Questions </vt:lpstr>
      <vt:lpstr>References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CJ  Conti</cp:lastModifiedBy>
  <cp:revision>79</cp:revision>
  <dcterms:created xsi:type="dcterms:W3CDTF">2020-06-24T18:25:26Z</dcterms:created>
  <dcterms:modified xsi:type="dcterms:W3CDTF">2025-08-04T18:28:04Z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0x010100B88086E15D51E443896CF68250FE9008</vt:lpwstr>
  </property>
  <property fmtid="{D5CDD505-2E9C-101B-9397-08002B2CF9AE}" pid="3" name="Order">
    <vt:r8>4400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</Properties>
</file>